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6" r:id="rId4"/>
  </p:sldMasterIdLst>
  <p:notesMasterIdLst>
    <p:notesMasterId r:id="rId8"/>
  </p:notes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729EA33-0D2C-70B4-B0A4-CB792A9D745D}" name="cocoa-3110@keio.jp" initials="c3" userId="S::cocoa-3110@keio.jp::9b8fae30-f859-473d-bd67-658eff10893f" providerId="AD"/>
  <p188:author id="{0B49F44A-21A3-F8A2-8EA4-F4C54D0AF24A}" name="yoyoasao0701@keio.jp" initials="" userId="S::yoyoasao0701@keio.jp::f14c636e-ca95-4b5a-9c83-80ad1643f575" providerId="AD"/>
  <p188:author id="{E6FF565C-D276-3692-1058-5758C1F17121}" name="w-fusegi@keio.jp" initials="w-" userId="S::w-fusegi@keio.jp::a1ac2aee-ad14-4a50-88a8-bd5bde4f726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5F9B"/>
    <a:srgbClr val="E8EBEE"/>
    <a:srgbClr val="2C739C"/>
    <a:srgbClr val="D9D9D9"/>
    <a:srgbClr val="96A5B5"/>
    <a:srgbClr val="598B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028080-9703-41E0-AA1F-D340D6E60573}" v="655" dt="2025-10-02T08:42:18.0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 autoAdjust="0"/>
    <p:restoredTop sz="94660"/>
  </p:normalViewPr>
  <p:slideViewPr>
    <p:cSldViewPr snapToGrid="0">
      <p:cViewPr varScale="1">
        <p:scale>
          <a:sx n="67" d="100"/>
          <a:sy n="67" d="100"/>
        </p:scale>
        <p:origin x="4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122CA-A76D-2348-9325-7B3D452A1974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FAB17-EC25-1546-AF4C-B02377D67D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679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F1561C-54D7-CC39-9949-3A058F2764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689" y="2547264"/>
            <a:ext cx="7560000" cy="120032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3600" b="1"/>
            </a:lvl1pPr>
          </a:lstStyle>
          <a:p>
            <a:r>
              <a:rPr kumimoji="1" lang="ja-JP" altLang="en-US" dirty="0"/>
              <a:t>サンプル</a:t>
            </a:r>
            <a:br>
              <a:rPr kumimoji="1" lang="en-US" altLang="ja-JP" dirty="0"/>
            </a:br>
            <a:r>
              <a:rPr kumimoji="1" lang="ja-JP" altLang="en-US" dirty="0"/>
              <a:t>サンプル</a:t>
            </a:r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0004EB7F-D91F-2BBC-1137-8B0FB231CE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5690" y="1676952"/>
            <a:ext cx="6120000" cy="36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〇〇〇〇株式会社への戦略提案</a:t>
            </a:r>
            <a:endParaRPr kumimoji="1" lang="en-US" altLang="ja-JP" dirty="0"/>
          </a:p>
        </p:txBody>
      </p:sp>
      <p:sp>
        <p:nvSpPr>
          <p:cNvPr id="15" name="テキスト プレースホルダー 11">
            <a:extLst>
              <a:ext uri="{FF2B5EF4-FFF2-40B4-BE49-F238E27FC236}">
                <a16:creationId xmlns:a16="http://schemas.microsoft.com/office/drawing/2014/main" id="{F0C2D458-9EC5-7C32-6079-0A16EA27E2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5690" y="4202847"/>
            <a:ext cx="4320000" cy="360000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/>
              <a:t>2025</a:t>
            </a:r>
            <a:r>
              <a:rPr kumimoji="1" lang="ja-JP" altLang="en-US"/>
              <a:t>年</a:t>
            </a:r>
            <a:r>
              <a:rPr kumimoji="1" lang="en-US" altLang="ja-JP"/>
              <a:t>XX</a:t>
            </a:r>
            <a:r>
              <a:rPr kumimoji="1" lang="ja-JP" altLang="en-US"/>
              <a:t>月</a:t>
            </a:r>
            <a:r>
              <a:rPr kumimoji="1" lang="en-US" altLang="ja-JP"/>
              <a:t>XX</a:t>
            </a:r>
            <a:r>
              <a:rPr kumimoji="1" lang="ja-JP" altLang="en-US"/>
              <a:t>日</a:t>
            </a:r>
            <a:endParaRPr kumimoji="1" lang="en-US" altLang="ja-JP"/>
          </a:p>
        </p:txBody>
      </p:sp>
      <p:sp>
        <p:nvSpPr>
          <p:cNvPr id="20" name="テキスト プレースホルダー 11">
            <a:extLst>
              <a:ext uri="{FF2B5EF4-FFF2-40B4-BE49-F238E27FC236}">
                <a16:creationId xmlns:a16="http://schemas.microsoft.com/office/drawing/2014/main" id="{6034D2CF-BE6E-ACCC-99F2-E428F7492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35690" y="4599252"/>
            <a:ext cx="4320000" cy="360000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慶應義塾大学　保田研究会</a:t>
            </a:r>
            <a:endParaRPr kumimoji="1" lang="en-US" altLang="ja-JP"/>
          </a:p>
        </p:txBody>
      </p:sp>
      <p:sp>
        <p:nvSpPr>
          <p:cNvPr id="21" name="テキスト プレースホルダー 11">
            <a:extLst>
              <a:ext uri="{FF2B5EF4-FFF2-40B4-BE49-F238E27FC236}">
                <a16:creationId xmlns:a16="http://schemas.microsoft.com/office/drawing/2014/main" id="{CC79F755-11D5-98DE-A4D6-E848729E2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5690" y="4993508"/>
            <a:ext cx="4320000" cy="360000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〇〇〇〇</a:t>
            </a:r>
            <a:r>
              <a:rPr kumimoji="1" lang="en-US" altLang="ja-JP"/>
              <a:t>,</a:t>
            </a:r>
            <a:r>
              <a:rPr kumimoji="1" lang="ja-JP" altLang="en-US"/>
              <a:t>〇〇〇〇</a:t>
            </a:r>
            <a:r>
              <a:rPr kumimoji="1" lang="en-US" altLang="ja-JP"/>
              <a:t>,</a:t>
            </a:r>
            <a:r>
              <a:rPr kumimoji="1" lang="ja-JP" altLang="en-US"/>
              <a:t>〇〇〇〇</a:t>
            </a:r>
            <a:r>
              <a:rPr kumimoji="1" lang="en-US" altLang="ja-JP"/>
              <a:t>,</a:t>
            </a:r>
            <a:r>
              <a:rPr kumimoji="1" lang="ja-JP" altLang="en-US"/>
              <a:t>〇〇〇〇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4346D88-67B2-0B40-78A7-A9A9577678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2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B07799-5A03-CE1C-54F1-B137A7A06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000" y="3069000"/>
            <a:ext cx="10224000" cy="7200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kumimoji="1" lang="en-US" altLang="ja-JP"/>
              <a:t>1. </a:t>
            </a:r>
            <a:r>
              <a:rPr kumimoji="1" lang="ja-JP" altLang="en-US"/>
              <a:t>〇〇について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B440627-DABC-980D-1034-F11CEB10CFF4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 dirty="0">
              <a:latin typeface="+mj-lt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5B5AD3A-4AFF-E09E-F187-82EB817669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EFF7B303-A7E1-1F73-4B0A-0BAD44DA9A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000" y="445074"/>
            <a:ext cx="11304000" cy="5112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タイトル</a:t>
            </a:r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D06175A-FBF9-D2E9-682C-53FF045BA389}"/>
              </a:ext>
            </a:extLst>
          </p:cNvPr>
          <p:cNvCxnSpPr>
            <a:cxnSpLocks/>
          </p:cNvCxnSpPr>
          <p:nvPr userDrawn="1"/>
        </p:nvCxnSpPr>
        <p:spPr>
          <a:xfrm>
            <a:off x="444000" y="1064724"/>
            <a:ext cx="11304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278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B9A149A5-F6F7-AA74-7FDC-296B719775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00" y="424926"/>
            <a:ext cx="11304000" cy="51117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kumimoji="1" lang="ja-JP" altLang="en-US" dirty="0"/>
              <a:t>タイトル</a:t>
            </a:r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701A8FD-F834-9ED3-9FCD-C2D525A52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12C422D8-4242-6AAE-5C35-71A4B9AA6B19}"/>
              </a:ext>
            </a:extLst>
          </p:cNvPr>
          <p:cNvCxnSpPr>
            <a:cxnSpLocks/>
          </p:cNvCxnSpPr>
          <p:nvPr userDrawn="1"/>
        </p:nvCxnSpPr>
        <p:spPr>
          <a:xfrm>
            <a:off x="444000" y="1064724"/>
            <a:ext cx="11304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コンテンツ プレースホルダー 9">
            <a:extLst>
              <a:ext uri="{FF2B5EF4-FFF2-40B4-BE49-F238E27FC236}">
                <a16:creationId xmlns:a16="http://schemas.microsoft.com/office/drawing/2014/main" id="{BF5B64E1-4A73-EFCA-F3E2-7604E41B28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3500" y="1879601"/>
            <a:ext cx="11304000" cy="443651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chemeClr val="tx2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tx2"/>
              </a:buClr>
              <a:defRPr sz="1800">
                <a:latin typeface="+mn-ea"/>
                <a:ea typeface="+mn-ea"/>
              </a:defRPr>
            </a:lvl3pPr>
            <a:lvl4pPr>
              <a:buClr>
                <a:schemeClr val="tx2"/>
              </a:buClr>
              <a:defRPr sz="1800">
                <a:latin typeface="+mn-ea"/>
                <a:ea typeface="+mn-ea"/>
              </a:defRPr>
            </a:lvl4pPr>
            <a:lvl5pPr>
              <a:buClr>
                <a:schemeClr val="tx2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515CBED0-9E4B-B20B-9200-31481F3474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3500" y="1141687"/>
            <a:ext cx="11304000" cy="649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kumimoji="1" lang="ja-JP" altLang="en-US" sz="1800"/>
              <a:t>リード文</a:t>
            </a:r>
            <a:endParaRPr kumimoji="1" lang="en-US" altLang="ja-JP" sz="1800"/>
          </a:p>
          <a:p>
            <a:pPr lvl="0"/>
            <a:r>
              <a:rPr kumimoji="1" lang="ja-JP" altLang="en-US" sz="1800"/>
              <a:t>リード文</a:t>
            </a:r>
            <a:endParaRPr kumimoji="1" lang="ja-JP" altLang="en-US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05ABD755-1BAA-A2F5-05ED-5F70A4AD7A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3500" y="6404740"/>
            <a:ext cx="11304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9BCB866-4012-1C94-4055-0DDBF5B51A93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3151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-２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701A8FD-F834-9ED3-9FCD-C2D525A52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  <p:sp>
        <p:nvSpPr>
          <p:cNvPr id="11" name="コンテンツ プレースホルダー 9">
            <a:extLst>
              <a:ext uri="{FF2B5EF4-FFF2-40B4-BE49-F238E27FC236}">
                <a16:creationId xmlns:a16="http://schemas.microsoft.com/office/drawing/2014/main" id="{BF5B64E1-4A73-EFCA-F3E2-7604E41B28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3000" y="2528277"/>
            <a:ext cx="5292000" cy="369534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chemeClr val="tx2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tx2"/>
              </a:buClr>
              <a:defRPr sz="1800">
                <a:latin typeface="+mn-ea"/>
                <a:ea typeface="+mn-ea"/>
              </a:defRPr>
            </a:lvl3pPr>
            <a:lvl4pPr>
              <a:buClr>
                <a:schemeClr val="tx2"/>
              </a:buClr>
              <a:defRPr sz="1800">
                <a:latin typeface="+mn-ea"/>
                <a:ea typeface="+mn-ea"/>
              </a:defRPr>
            </a:lvl4pPr>
            <a:lvl5pPr>
              <a:buClr>
                <a:schemeClr val="tx2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コンテンツ プレースホルダー 9">
            <a:extLst>
              <a:ext uri="{FF2B5EF4-FFF2-40B4-BE49-F238E27FC236}">
                <a16:creationId xmlns:a16="http://schemas.microsoft.com/office/drawing/2014/main" id="{648239CC-B2F6-9BCF-DC29-7DB48B274110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6455500" y="2528276"/>
            <a:ext cx="5292000" cy="369534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chemeClr val="tx2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tx2"/>
              </a:buClr>
              <a:defRPr sz="1800">
                <a:latin typeface="+mn-ea"/>
                <a:ea typeface="+mn-ea"/>
              </a:defRPr>
            </a:lvl3pPr>
            <a:lvl4pPr>
              <a:buClr>
                <a:schemeClr val="tx2"/>
              </a:buClr>
              <a:defRPr sz="1800">
                <a:latin typeface="+mn-ea"/>
                <a:ea typeface="+mn-ea"/>
              </a:defRPr>
            </a:lvl4pPr>
            <a:lvl5pPr>
              <a:buClr>
                <a:schemeClr val="tx2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9" name="テキスト プレースホルダー 14">
            <a:extLst>
              <a:ext uri="{FF2B5EF4-FFF2-40B4-BE49-F238E27FC236}">
                <a16:creationId xmlns:a16="http://schemas.microsoft.com/office/drawing/2014/main" id="{2C2A0122-FE51-F7B4-BF10-AA70340A612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43500" y="1141687"/>
            <a:ext cx="11304000" cy="649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kumimoji="1" lang="ja-JP" altLang="en-US" sz="1800"/>
              <a:t>リード文</a:t>
            </a:r>
            <a:endParaRPr kumimoji="1" lang="en-US" altLang="ja-JP" sz="1800"/>
          </a:p>
          <a:p>
            <a:pPr lvl="0"/>
            <a:r>
              <a:rPr kumimoji="1" lang="ja-JP" altLang="en-US" sz="1800"/>
              <a:t>リード文</a:t>
            </a:r>
            <a:endParaRPr kumimoji="1" lang="ja-JP" altLang="en-US"/>
          </a:p>
        </p:txBody>
      </p:sp>
      <p:sp>
        <p:nvSpPr>
          <p:cNvPr id="23" name="テキスト プレースホルダー 18">
            <a:extLst>
              <a:ext uri="{FF2B5EF4-FFF2-40B4-BE49-F238E27FC236}">
                <a16:creationId xmlns:a16="http://schemas.microsoft.com/office/drawing/2014/main" id="{B48587C2-F2E7-3517-F815-B6291B91B3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3500" y="6404740"/>
            <a:ext cx="5292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24" name="テキスト プレースホルダー 18">
            <a:extLst>
              <a:ext uri="{FF2B5EF4-FFF2-40B4-BE49-F238E27FC236}">
                <a16:creationId xmlns:a16="http://schemas.microsoft.com/office/drawing/2014/main" id="{DEB81EAE-DCC6-1B0E-179E-365FC6168A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55500" y="6404740"/>
            <a:ext cx="5292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C4BA3E1-73EC-E3FA-3E64-A6C0C7F0EFAB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>
              <a:latin typeface="+mj-lt"/>
            </a:endParaRPr>
          </a:p>
        </p:txBody>
      </p:sp>
      <p:sp>
        <p:nvSpPr>
          <p:cNvPr id="9" name="タイトル 2">
            <a:extLst>
              <a:ext uri="{FF2B5EF4-FFF2-40B4-BE49-F238E27FC236}">
                <a16:creationId xmlns:a16="http://schemas.microsoft.com/office/drawing/2014/main" id="{2D90F566-58A5-30C7-FE2D-FE13B066D4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00" y="424926"/>
            <a:ext cx="11304000" cy="51117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TITLE</a:t>
            </a:r>
            <a:endParaRPr kumimoji="1" lang="ja-JP" altLang="en-US"/>
          </a:p>
        </p:txBody>
      </p:sp>
      <p:sp>
        <p:nvSpPr>
          <p:cNvPr id="10" name="テキスト プレースホルダー 20">
            <a:extLst>
              <a:ext uri="{FF2B5EF4-FFF2-40B4-BE49-F238E27FC236}">
                <a16:creationId xmlns:a16="http://schemas.microsoft.com/office/drawing/2014/main" id="{981FB82A-182A-8E3F-D593-CF97315F8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3000" y="1912114"/>
            <a:ext cx="5292000" cy="5112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  <p:sp>
        <p:nvSpPr>
          <p:cNvPr id="12" name="テキスト プレースホルダー 20">
            <a:extLst>
              <a:ext uri="{FF2B5EF4-FFF2-40B4-BE49-F238E27FC236}">
                <a16:creationId xmlns:a16="http://schemas.microsoft.com/office/drawing/2014/main" id="{DA56980C-CF7B-66D2-6EAF-D597DCF22E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55500" y="1901384"/>
            <a:ext cx="5292000" cy="5112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3AAFB016-0C9D-9B8B-CBEB-2ABCFB8943ED}"/>
              </a:ext>
            </a:extLst>
          </p:cNvPr>
          <p:cNvCxnSpPr>
            <a:cxnSpLocks/>
          </p:cNvCxnSpPr>
          <p:nvPr userDrawn="1"/>
        </p:nvCxnSpPr>
        <p:spPr>
          <a:xfrm>
            <a:off x="444000" y="1064724"/>
            <a:ext cx="11304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504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-線無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701A8FD-F834-9ED3-9FCD-C2D525A52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  <p:sp>
        <p:nvSpPr>
          <p:cNvPr id="11" name="コンテンツ プレースホルダー 9">
            <a:extLst>
              <a:ext uri="{FF2B5EF4-FFF2-40B4-BE49-F238E27FC236}">
                <a16:creationId xmlns:a16="http://schemas.microsoft.com/office/drawing/2014/main" id="{BF5B64E1-4A73-EFCA-F3E2-7604E41B28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3500" y="1879601"/>
            <a:ext cx="11304000" cy="443651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chemeClr val="tx2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tx2"/>
              </a:buClr>
              <a:defRPr sz="1800">
                <a:latin typeface="+mn-ea"/>
                <a:ea typeface="+mn-ea"/>
              </a:defRPr>
            </a:lvl3pPr>
            <a:lvl4pPr>
              <a:buClr>
                <a:schemeClr val="tx2"/>
              </a:buClr>
              <a:defRPr sz="1800">
                <a:latin typeface="+mn-ea"/>
                <a:ea typeface="+mn-ea"/>
              </a:defRPr>
            </a:lvl4pPr>
            <a:lvl5pPr>
              <a:buClr>
                <a:schemeClr val="tx2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515CBED0-9E4B-B20B-9200-31481F3474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3500" y="1141687"/>
            <a:ext cx="11304000" cy="649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kumimoji="1" lang="ja-JP" altLang="en-US" sz="1800"/>
              <a:t>リード文</a:t>
            </a:r>
            <a:endParaRPr kumimoji="1" lang="en-US" altLang="ja-JP" sz="1800"/>
          </a:p>
          <a:p>
            <a:pPr lvl="0"/>
            <a:r>
              <a:rPr kumimoji="1" lang="ja-JP" altLang="en-US" sz="1800"/>
              <a:t>リード文</a:t>
            </a:r>
            <a:endParaRPr kumimoji="1" lang="ja-JP" altLang="en-US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05ABD755-1BAA-A2F5-05ED-5F70A4AD7A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3500" y="6404740"/>
            <a:ext cx="11304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C84A1AD-EC4D-A340-343A-04FF5827B1B6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>
              <a:latin typeface="+mj-lt"/>
            </a:endParaRPr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53941C03-DD9B-D2A5-A876-3D7C46F71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00" y="424926"/>
            <a:ext cx="11304000" cy="51117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9053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-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701A8FD-F834-9ED3-9FCD-C2D525A52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4B4CCD3-0B42-EAFE-91A3-BBA8351B2E12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>
              <a:latin typeface="+mj-lt"/>
            </a:endParaRPr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D7618A6A-570A-8473-30D7-70D0E76DA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00" y="424926"/>
            <a:ext cx="11304000" cy="51117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TITLE</a:t>
            </a:r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0C7B53F3-17B4-6A15-B1C9-4F8EAFC37953}"/>
              </a:ext>
            </a:extLst>
          </p:cNvPr>
          <p:cNvCxnSpPr>
            <a:cxnSpLocks/>
          </p:cNvCxnSpPr>
          <p:nvPr userDrawn="1"/>
        </p:nvCxnSpPr>
        <p:spPr>
          <a:xfrm>
            <a:off x="444000" y="1064724"/>
            <a:ext cx="11304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59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701A8FD-F834-9ED3-9FCD-C2D525A52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D26B641-7C9D-5ABC-3541-7BD75544C9A5}"/>
              </a:ext>
            </a:extLst>
          </p:cNvPr>
          <p:cNvSpPr/>
          <p:nvPr userDrawn="1"/>
        </p:nvSpPr>
        <p:spPr>
          <a:xfrm>
            <a:off x="371500" y="392513"/>
            <a:ext cx="72000" cy="5760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コンテンツ プレースホルダー 9">
            <a:extLst>
              <a:ext uri="{FF2B5EF4-FFF2-40B4-BE49-F238E27FC236}">
                <a16:creationId xmlns:a16="http://schemas.microsoft.com/office/drawing/2014/main" id="{DEC326F4-DB6E-5E56-6AE9-0F591F3D5FC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3500" y="1879600"/>
            <a:ext cx="11304000" cy="443651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 marL="6858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2pPr>
            <a:lvl3pPr marL="11430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3pPr>
            <a:lvl4pPr marL="16002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4pPr>
            <a:lvl5pPr marL="2057400" indent="-228600">
              <a:buClr>
                <a:schemeClr val="tx2"/>
              </a:buClr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8" name="テキスト プレースホルダー 14">
            <a:extLst>
              <a:ext uri="{FF2B5EF4-FFF2-40B4-BE49-F238E27FC236}">
                <a16:creationId xmlns:a16="http://schemas.microsoft.com/office/drawing/2014/main" id="{5FF5248A-7C61-13A0-4321-95397CD1AB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3500" y="1141687"/>
            <a:ext cx="11304000" cy="649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kumimoji="1" lang="ja-JP" altLang="en-US" sz="1800"/>
              <a:t>リード文</a:t>
            </a:r>
            <a:endParaRPr kumimoji="1" lang="en-US" altLang="ja-JP" sz="1800"/>
          </a:p>
          <a:p>
            <a:pPr lvl="0"/>
            <a:r>
              <a:rPr kumimoji="1" lang="ja-JP" altLang="en-US" sz="1800"/>
              <a:t>リード文</a:t>
            </a:r>
            <a:endParaRPr kumimoji="1" lang="ja-JP" altLang="en-US"/>
          </a:p>
        </p:txBody>
      </p:sp>
      <p:sp>
        <p:nvSpPr>
          <p:cNvPr id="10" name="テキスト プレースホルダー 18">
            <a:extLst>
              <a:ext uri="{FF2B5EF4-FFF2-40B4-BE49-F238E27FC236}">
                <a16:creationId xmlns:a16="http://schemas.microsoft.com/office/drawing/2014/main" id="{FB57BB42-BEA5-E0F9-3CB9-F1BB094954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3500" y="6404740"/>
            <a:ext cx="11304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DFA09D5-C2FA-B8FD-CBE7-1442861B31F0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>
              <a:latin typeface="+mj-lt"/>
            </a:endParaRPr>
          </a:p>
        </p:txBody>
      </p:sp>
      <p:sp>
        <p:nvSpPr>
          <p:cNvPr id="9" name="タイトル 2">
            <a:extLst>
              <a:ext uri="{FF2B5EF4-FFF2-40B4-BE49-F238E27FC236}">
                <a16:creationId xmlns:a16="http://schemas.microsoft.com/office/drawing/2014/main" id="{149D04D1-A8C1-E6C4-551B-14DB7BDA14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00" y="424926"/>
            <a:ext cx="11304000" cy="51117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5699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2-２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701A8FD-F834-9ED3-9FCD-C2D525A52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  <p:sp>
        <p:nvSpPr>
          <p:cNvPr id="11" name="コンテンツ プレースホルダー 9">
            <a:extLst>
              <a:ext uri="{FF2B5EF4-FFF2-40B4-BE49-F238E27FC236}">
                <a16:creationId xmlns:a16="http://schemas.microsoft.com/office/drawing/2014/main" id="{BF5B64E1-4A73-EFCA-F3E2-7604E41B28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3000" y="2525349"/>
            <a:ext cx="5292000" cy="369534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chemeClr val="tx2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tx2"/>
              </a:buClr>
              <a:defRPr sz="1800">
                <a:latin typeface="+mn-ea"/>
                <a:ea typeface="+mn-ea"/>
              </a:defRPr>
            </a:lvl3pPr>
            <a:lvl4pPr>
              <a:buClr>
                <a:schemeClr val="tx2"/>
              </a:buClr>
              <a:defRPr sz="1800">
                <a:latin typeface="+mn-ea"/>
                <a:ea typeface="+mn-ea"/>
              </a:defRPr>
            </a:lvl4pPr>
            <a:lvl5pPr>
              <a:buClr>
                <a:schemeClr val="tx2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012F5C4-AFAD-2A33-E6EF-C32630F16DB1}"/>
              </a:ext>
            </a:extLst>
          </p:cNvPr>
          <p:cNvSpPr/>
          <p:nvPr userDrawn="1"/>
        </p:nvSpPr>
        <p:spPr>
          <a:xfrm>
            <a:off x="371000" y="392513"/>
            <a:ext cx="72000" cy="5760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コンテンツ プレースホルダー 9">
            <a:extLst>
              <a:ext uri="{FF2B5EF4-FFF2-40B4-BE49-F238E27FC236}">
                <a16:creationId xmlns:a16="http://schemas.microsoft.com/office/drawing/2014/main" id="{E51894E7-CF7F-E872-83C3-69C0FA18EAB1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6455500" y="2525348"/>
            <a:ext cx="5292000" cy="369534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chemeClr val="tx2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tx2"/>
              </a:buClr>
              <a:defRPr sz="1800">
                <a:latin typeface="+mn-ea"/>
                <a:ea typeface="+mn-ea"/>
              </a:defRPr>
            </a:lvl3pPr>
            <a:lvl4pPr>
              <a:buClr>
                <a:schemeClr val="tx2"/>
              </a:buClr>
              <a:defRPr sz="1800">
                <a:latin typeface="+mn-ea"/>
                <a:ea typeface="+mn-ea"/>
              </a:defRPr>
            </a:lvl4pPr>
            <a:lvl5pPr>
              <a:buClr>
                <a:schemeClr val="tx2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9" name="テキスト プレースホルダー 14">
            <a:extLst>
              <a:ext uri="{FF2B5EF4-FFF2-40B4-BE49-F238E27FC236}">
                <a16:creationId xmlns:a16="http://schemas.microsoft.com/office/drawing/2014/main" id="{E44F41C7-416C-A639-4348-49D3D581B889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43500" y="1141687"/>
            <a:ext cx="11304000" cy="649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kumimoji="1" lang="ja-JP" altLang="en-US" sz="1800"/>
              <a:t>リード文</a:t>
            </a:r>
            <a:endParaRPr kumimoji="1" lang="en-US" altLang="ja-JP" sz="1800"/>
          </a:p>
          <a:p>
            <a:pPr lvl="0"/>
            <a:r>
              <a:rPr kumimoji="1" lang="ja-JP" altLang="en-US" sz="1800"/>
              <a:t>リード文</a:t>
            </a:r>
            <a:endParaRPr kumimoji="1" lang="ja-JP" altLang="en-US"/>
          </a:p>
        </p:txBody>
      </p:sp>
      <p:sp>
        <p:nvSpPr>
          <p:cNvPr id="22" name="テキスト プレースホルダー 18">
            <a:extLst>
              <a:ext uri="{FF2B5EF4-FFF2-40B4-BE49-F238E27FC236}">
                <a16:creationId xmlns:a16="http://schemas.microsoft.com/office/drawing/2014/main" id="{B7D50D6D-0CB1-04EB-09CE-D43B5641EB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3500" y="6404740"/>
            <a:ext cx="5292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23" name="テキスト プレースホルダー 18">
            <a:extLst>
              <a:ext uri="{FF2B5EF4-FFF2-40B4-BE49-F238E27FC236}">
                <a16:creationId xmlns:a16="http://schemas.microsoft.com/office/drawing/2014/main" id="{973EBA5E-0F46-3DDE-9847-3D4E0F7C56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55500" y="6404740"/>
            <a:ext cx="5292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A8422A4-070A-0072-FCB3-C2DB570D2F4B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>
              <a:latin typeface="+mj-lt"/>
            </a:endParaRPr>
          </a:p>
        </p:txBody>
      </p:sp>
      <p:sp>
        <p:nvSpPr>
          <p:cNvPr id="9" name="タイトル 2">
            <a:extLst>
              <a:ext uri="{FF2B5EF4-FFF2-40B4-BE49-F238E27FC236}">
                <a16:creationId xmlns:a16="http://schemas.microsoft.com/office/drawing/2014/main" id="{9902FAA4-2B61-B228-E51D-23A9FC3CB6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00" y="424926"/>
            <a:ext cx="11304000" cy="51117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TITLE</a:t>
            </a:r>
            <a:endParaRPr kumimoji="1" lang="ja-JP" altLang="en-US"/>
          </a:p>
        </p:txBody>
      </p:sp>
      <p:sp>
        <p:nvSpPr>
          <p:cNvPr id="10" name="テキスト プレースホルダー 20">
            <a:extLst>
              <a:ext uri="{FF2B5EF4-FFF2-40B4-BE49-F238E27FC236}">
                <a16:creationId xmlns:a16="http://schemas.microsoft.com/office/drawing/2014/main" id="{BFF7FB3F-83E5-78C9-BC30-CC443B0A46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3000" y="1912114"/>
            <a:ext cx="5292000" cy="5112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  <p:sp>
        <p:nvSpPr>
          <p:cNvPr id="12" name="テキスト プレースホルダー 20">
            <a:extLst>
              <a:ext uri="{FF2B5EF4-FFF2-40B4-BE49-F238E27FC236}">
                <a16:creationId xmlns:a16="http://schemas.microsoft.com/office/drawing/2014/main" id="{8F06E489-D202-9C04-595E-84F8FE3094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55500" y="1901384"/>
            <a:ext cx="5292000" cy="5112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32728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B4F06CA-C543-1486-0463-E230C649CBFF}"/>
              </a:ext>
            </a:extLst>
          </p:cNvPr>
          <p:cNvSpPr/>
          <p:nvPr userDrawn="1"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701A8FD-F834-9ED3-9FCD-C2D525A52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  <p:sp>
        <p:nvSpPr>
          <p:cNvPr id="6" name="コンテンツ プレースホルダー 9">
            <a:extLst>
              <a:ext uri="{FF2B5EF4-FFF2-40B4-BE49-F238E27FC236}">
                <a16:creationId xmlns:a16="http://schemas.microsoft.com/office/drawing/2014/main" id="{C9E37927-04DF-9C92-3495-BB3F43C238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3500" y="1879600"/>
            <a:ext cx="11304000" cy="44370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chemeClr val="tx2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tx2"/>
              </a:buClr>
              <a:defRPr sz="1800">
                <a:latin typeface="+mn-ea"/>
                <a:ea typeface="+mn-ea"/>
              </a:defRPr>
            </a:lvl3pPr>
            <a:lvl4pPr>
              <a:buClr>
                <a:schemeClr val="tx2"/>
              </a:buClr>
              <a:defRPr sz="1800">
                <a:latin typeface="+mn-ea"/>
                <a:ea typeface="+mn-ea"/>
              </a:defRPr>
            </a:lvl4pPr>
            <a:lvl5pPr>
              <a:buClr>
                <a:schemeClr val="tx2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テキスト プレースホルダー 14">
            <a:extLst>
              <a:ext uri="{FF2B5EF4-FFF2-40B4-BE49-F238E27FC236}">
                <a16:creationId xmlns:a16="http://schemas.microsoft.com/office/drawing/2014/main" id="{E0DE10B2-B4DA-64FD-099D-1C2489D1F7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3500" y="1141687"/>
            <a:ext cx="11304000" cy="649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kumimoji="1" lang="ja-JP" altLang="en-US" sz="1800"/>
              <a:t>リード文</a:t>
            </a:r>
            <a:endParaRPr kumimoji="1" lang="en-US" altLang="ja-JP" sz="1800"/>
          </a:p>
          <a:p>
            <a:pPr lvl="0"/>
            <a:r>
              <a:rPr kumimoji="1" lang="ja-JP" altLang="en-US" sz="1800"/>
              <a:t>リード文</a:t>
            </a:r>
            <a:endParaRPr kumimoji="1" lang="ja-JP" altLang="en-US"/>
          </a:p>
        </p:txBody>
      </p:sp>
      <p:sp>
        <p:nvSpPr>
          <p:cNvPr id="11" name="テキスト プレースホルダー 18">
            <a:extLst>
              <a:ext uri="{FF2B5EF4-FFF2-40B4-BE49-F238E27FC236}">
                <a16:creationId xmlns:a16="http://schemas.microsoft.com/office/drawing/2014/main" id="{71678B0F-D11F-C3E3-B80C-3536321F11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3500" y="6404740"/>
            <a:ext cx="11304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45DF3C5-6D5B-6405-4CDA-6CEC18F8DB4A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>
              <a:latin typeface="+mj-lt"/>
            </a:endParaRPr>
          </a:p>
        </p:txBody>
      </p:sp>
      <p:sp>
        <p:nvSpPr>
          <p:cNvPr id="9" name="タイトル 2">
            <a:extLst>
              <a:ext uri="{FF2B5EF4-FFF2-40B4-BE49-F238E27FC236}">
                <a16:creationId xmlns:a16="http://schemas.microsoft.com/office/drawing/2014/main" id="{7074C585-38A3-5DBF-8F9C-236815AAD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00" y="424926"/>
            <a:ext cx="11304000" cy="51117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TITLE</a:t>
            </a:r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83A47143-8EC3-E53F-F4CE-723512F7B958}"/>
              </a:ext>
            </a:extLst>
          </p:cNvPr>
          <p:cNvCxnSpPr>
            <a:cxnSpLocks/>
          </p:cNvCxnSpPr>
          <p:nvPr userDrawn="1"/>
        </p:nvCxnSpPr>
        <p:spPr>
          <a:xfrm>
            <a:off x="444000" y="1064724"/>
            <a:ext cx="11304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7566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3-２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テキスト プレースホルダー 20">
            <a:extLst>
              <a:ext uri="{FF2B5EF4-FFF2-40B4-BE49-F238E27FC236}">
                <a16:creationId xmlns:a16="http://schemas.microsoft.com/office/drawing/2014/main" id="{3F731CA7-A4B3-E417-EF76-C9EE9F5F28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55500" y="1901384"/>
            <a:ext cx="5292000" cy="5112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21" name="テキスト プレースホルダー 20">
            <a:extLst>
              <a:ext uri="{FF2B5EF4-FFF2-40B4-BE49-F238E27FC236}">
                <a16:creationId xmlns:a16="http://schemas.microsoft.com/office/drawing/2014/main" id="{8CF617B1-4969-EAFA-D1A6-D60CE403797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43000" y="1912114"/>
            <a:ext cx="5292000" cy="5112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B4F06CA-C543-1486-0463-E230C649CBFF}"/>
              </a:ext>
            </a:extLst>
          </p:cNvPr>
          <p:cNvSpPr/>
          <p:nvPr userDrawn="1"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701A8FD-F834-9ED3-9FCD-C2D525A52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  <p:sp>
        <p:nvSpPr>
          <p:cNvPr id="11" name="コンテンツ プレースホルダー 9">
            <a:extLst>
              <a:ext uri="{FF2B5EF4-FFF2-40B4-BE49-F238E27FC236}">
                <a16:creationId xmlns:a16="http://schemas.microsoft.com/office/drawing/2014/main" id="{07D13890-21FC-56D0-A9F1-3928A901616B}"/>
              </a:ext>
            </a:extLst>
          </p:cNvPr>
          <p:cNvSpPr>
            <a:spLocks noGrp="1"/>
          </p:cNvSpPr>
          <p:nvPr userDrawn="1">
            <p:ph sz="quarter" idx="10"/>
          </p:nvPr>
        </p:nvSpPr>
        <p:spPr>
          <a:xfrm>
            <a:off x="443000" y="2528276"/>
            <a:ext cx="5292000" cy="3695341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chemeClr val="tx2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tx2"/>
              </a:buClr>
              <a:defRPr sz="1800">
                <a:latin typeface="+mn-ea"/>
                <a:ea typeface="+mn-ea"/>
              </a:defRPr>
            </a:lvl3pPr>
            <a:lvl4pPr>
              <a:buClr>
                <a:schemeClr val="tx2"/>
              </a:buClr>
              <a:defRPr sz="1800">
                <a:latin typeface="+mn-ea"/>
                <a:ea typeface="+mn-ea"/>
              </a:defRPr>
            </a:lvl4pPr>
            <a:lvl5pPr>
              <a:buClr>
                <a:schemeClr val="tx2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コンテンツ プレースホルダー 9">
            <a:extLst>
              <a:ext uri="{FF2B5EF4-FFF2-40B4-BE49-F238E27FC236}">
                <a16:creationId xmlns:a16="http://schemas.microsoft.com/office/drawing/2014/main" id="{EDB6B600-23E4-EAA2-F0E9-993452EA9ADB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6455500" y="2528278"/>
            <a:ext cx="5292000" cy="3695339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chemeClr val="tx2"/>
              </a:buClr>
              <a:defRPr sz="1800">
                <a:latin typeface="+mn-ea"/>
                <a:ea typeface="+mn-ea"/>
              </a:defRPr>
            </a:lvl2pPr>
            <a:lvl3pPr>
              <a:buClr>
                <a:schemeClr val="tx2"/>
              </a:buClr>
              <a:defRPr sz="1800">
                <a:latin typeface="+mn-ea"/>
                <a:ea typeface="+mn-ea"/>
              </a:defRPr>
            </a:lvl3pPr>
            <a:lvl4pPr>
              <a:buClr>
                <a:schemeClr val="tx2"/>
              </a:buClr>
              <a:defRPr sz="1800">
                <a:latin typeface="+mn-ea"/>
                <a:ea typeface="+mn-ea"/>
              </a:defRPr>
            </a:lvl4pPr>
            <a:lvl5pPr>
              <a:buClr>
                <a:schemeClr val="tx2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9" name="テキスト プレースホルダー 14">
            <a:extLst>
              <a:ext uri="{FF2B5EF4-FFF2-40B4-BE49-F238E27FC236}">
                <a16:creationId xmlns:a16="http://schemas.microsoft.com/office/drawing/2014/main" id="{482073D2-BA0D-6B6D-AA23-C1A14F320791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43500" y="1141687"/>
            <a:ext cx="11304000" cy="649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kumimoji="1" lang="ja-JP" altLang="en-US" sz="1800"/>
              <a:t>リード文</a:t>
            </a:r>
            <a:endParaRPr kumimoji="1" lang="en-US" altLang="ja-JP" sz="1800"/>
          </a:p>
          <a:p>
            <a:pPr lvl="0"/>
            <a:r>
              <a:rPr kumimoji="1" lang="ja-JP" altLang="en-US" sz="1800"/>
              <a:t>リード文</a:t>
            </a:r>
            <a:endParaRPr kumimoji="1" lang="ja-JP" altLang="en-US"/>
          </a:p>
        </p:txBody>
      </p:sp>
      <p:sp>
        <p:nvSpPr>
          <p:cNvPr id="23" name="テキスト プレースホルダー 18">
            <a:extLst>
              <a:ext uri="{FF2B5EF4-FFF2-40B4-BE49-F238E27FC236}">
                <a16:creationId xmlns:a16="http://schemas.microsoft.com/office/drawing/2014/main" id="{B8CF371E-0879-BA32-AA68-39765BF49F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3500" y="6404740"/>
            <a:ext cx="5292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24" name="テキスト プレースホルダー 18">
            <a:extLst>
              <a:ext uri="{FF2B5EF4-FFF2-40B4-BE49-F238E27FC236}">
                <a16:creationId xmlns:a16="http://schemas.microsoft.com/office/drawing/2014/main" id="{6A299FE3-A87C-CBEF-64E0-5041FAA323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55500" y="6404740"/>
            <a:ext cx="5292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C7B3192-6014-5533-11F0-0FA7EC969836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>
              <a:latin typeface="+mj-lt"/>
            </a:endParaRPr>
          </a:p>
        </p:txBody>
      </p:sp>
      <p:sp>
        <p:nvSpPr>
          <p:cNvPr id="8" name="タイトル 2">
            <a:extLst>
              <a:ext uri="{FF2B5EF4-FFF2-40B4-BE49-F238E27FC236}">
                <a16:creationId xmlns:a16="http://schemas.microsoft.com/office/drawing/2014/main" id="{B41BEDEB-D5BE-B707-BC22-624D196577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00" y="424926"/>
            <a:ext cx="11304000" cy="51117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TITLE</a:t>
            </a:r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0E6BCAC0-788F-CC66-B1E2-34F75A928739}"/>
              </a:ext>
            </a:extLst>
          </p:cNvPr>
          <p:cNvCxnSpPr>
            <a:cxnSpLocks/>
          </p:cNvCxnSpPr>
          <p:nvPr userDrawn="1"/>
        </p:nvCxnSpPr>
        <p:spPr>
          <a:xfrm>
            <a:off x="444000" y="1064724"/>
            <a:ext cx="11304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378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(青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B9A149A5-F6F7-AA74-7FDC-296B719775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00" y="424926"/>
            <a:ext cx="11304000" cy="51117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TITLE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701A8FD-F834-9ED3-9FCD-C2D525A52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  <p:sp>
        <p:nvSpPr>
          <p:cNvPr id="11" name="コンテンツ プレースホルダー 9">
            <a:extLst>
              <a:ext uri="{FF2B5EF4-FFF2-40B4-BE49-F238E27FC236}">
                <a16:creationId xmlns:a16="http://schemas.microsoft.com/office/drawing/2014/main" id="{BF5B64E1-4A73-EFCA-F3E2-7604E41B28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3500" y="1879601"/>
            <a:ext cx="11304000" cy="443651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15F9B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rgbClr val="215F9B"/>
              </a:buClr>
              <a:defRPr sz="1800">
                <a:latin typeface="+mn-ea"/>
                <a:ea typeface="+mn-ea"/>
              </a:defRPr>
            </a:lvl2pPr>
            <a:lvl3pPr>
              <a:buClr>
                <a:srgbClr val="215F9B"/>
              </a:buClr>
              <a:defRPr sz="1800">
                <a:latin typeface="+mn-ea"/>
                <a:ea typeface="+mn-ea"/>
              </a:defRPr>
            </a:lvl3pPr>
            <a:lvl4pPr>
              <a:buClr>
                <a:srgbClr val="215F9B"/>
              </a:buClr>
              <a:defRPr sz="1800">
                <a:latin typeface="+mn-ea"/>
                <a:ea typeface="+mn-ea"/>
              </a:defRPr>
            </a:lvl4pPr>
            <a:lvl5pPr>
              <a:buClr>
                <a:srgbClr val="215F9B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515CBED0-9E4B-B20B-9200-31481F3474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3500" y="1141687"/>
            <a:ext cx="11304000" cy="649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kumimoji="1" lang="ja-JP" altLang="en-US" sz="1800"/>
              <a:t>リード文</a:t>
            </a:r>
            <a:endParaRPr kumimoji="1" lang="en-US" altLang="ja-JP" sz="1800"/>
          </a:p>
          <a:p>
            <a:pPr lvl="0"/>
            <a:r>
              <a:rPr kumimoji="1" lang="ja-JP" altLang="en-US" sz="1800"/>
              <a:t>リード文</a:t>
            </a:r>
            <a:endParaRPr kumimoji="1" lang="ja-JP" altLang="en-US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05ABD755-1BAA-A2F5-05ED-5F70A4AD7A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3500" y="6404740"/>
            <a:ext cx="11304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9BCB866-4012-1C94-4055-0DDBF5B51A93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>
              <a:latin typeface="+mj-lt"/>
            </a:endParaRP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EE10EFC8-60C1-14D5-333C-3A2B9A9BD9EF}"/>
              </a:ext>
            </a:extLst>
          </p:cNvPr>
          <p:cNvCxnSpPr>
            <a:cxnSpLocks/>
          </p:cNvCxnSpPr>
          <p:nvPr userDrawn="1"/>
        </p:nvCxnSpPr>
        <p:spPr>
          <a:xfrm>
            <a:off x="444000" y="1064724"/>
            <a:ext cx="11304000" cy="0"/>
          </a:xfrm>
          <a:prstGeom prst="line">
            <a:avLst/>
          </a:prstGeom>
          <a:ln w="19050">
            <a:solidFill>
              <a:srgbClr val="215F9B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698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-２列(青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701A8FD-F834-9ED3-9FCD-C2D525A52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  <p:sp>
        <p:nvSpPr>
          <p:cNvPr id="11" name="コンテンツ プレースホルダー 9">
            <a:extLst>
              <a:ext uri="{FF2B5EF4-FFF2-40B4-BE49-F238E27FC236}">
                <a16:creationId xmlns:a16="http://schemas.microsoft.com/office/drawing/2014/main" id="{BF5B64E1-4A73-EFCA-F3E2-7604E41B28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3000" y="2528277"/>
            <a:ext cx="5292000" cy="369534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15F9B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rgbClr val="215F9B"/>
              </a:buClr>
              <a:defRPr sz="1800">
                <a:latin typeface="+mn-ea"/>
                <a:ea typeface="+mn-ea"/>
              </a:defRPr>
            </a:lvl2pPr>
            <a:lvl3pPr>
              <a:buClr>
                <a:srgbClr val="215F9B"/>
              </a:buClr>
              <a:defRPr sz="1800">
                <a:latin typeface="+mn-ea"/>
                <a:ea typeface="+mn-ea"/>
              </a:defRPr>
            </a:lvl3pPr>
            <a:lvl4pPr>
              <a:buClr>
                <a:srgbClr val="215F9B"/>
              </a:buClr>
              <a:defRPr sz="1800">
                <a:latin typeface="+mn-ea"/>
                <a:ea typeface="+mn-ea"/>
              </a:defRPr>
            </a:lvl4pPr>
            <a:lvl5pPr>
              <a:buClr>
                <a:srgbClr val="215F9B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コンテンツ プレースホルダー 9">
            <a:extLst>
              <a:ext uri="{FF2B5EF4-FFF2-40B4-BE49-F238E27FC236}">
                <a16:creationId xmlns:a16="http://schemas.microsoft.com/office/drawing/2014/main" id="{648239CC-B2F6-9BCF-DC29-7DB48B274110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6455500" y="2528276"/>
            <a:ext cx="5292000" cy="369534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15F9B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 marL="742950" indent="-285750">
              <a:buClr>
                <a:srgbClr val="215F9B"/>
              </a:buClr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2pPr>
            <a:lvl3pPr marL="1200150" indent="-285750">
              <a:buClr>
                <a:srgbClr val="215F9B"/>
              </a:buClr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3pPr>
            <a:lvl4pPr marL="1657350" indent="-285750">
              <a:buClr>
                <a:srgbClr val="215F9B"/>
              </a:buClr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4pPr>
            <a:lvl5pPr marL="2114550" indent="-285750">
              <a:buClr>
                <a:srgbClr val="215F9B"/>
              </a:buClr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9" name="テキスト プレースホルダー 14">
            <a:extLst>
              <a:ext uri="{FF2B5EF4-FFF2-40B4-BE49-F238E27FC236}">
                <a16:creationId xmlns:a16="http://schemas.microsoft.com/office/drawing/2014/main" id="{2C2A0122-FE51-F7B4-BF10-AA70340A612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43500" y="1141687"/>
            <a:ext cx="11304000" cy="649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kumimoji="1" lang="ja-JP" altLang="en-US" sz="1800" dirty="0"/>
              <a:t>リード文</a:t>
            </a:r>
            <a:endParaRPr kumimoji="1" lang="en-US" altLang="ja-JP" sz="1800" dirty="0"/>
          </a:p>
          <a:p>
            <a:pPr lvl="0"/>
            <a:r>
              <a:rPr kumimoji="1" lang="ja-JP" altLang="en-US" sz="1800" dirty="0"/>
              <a:t>リード文</a:t>
            </a:r>
            <a:endParaRPr kumimoji="1" lang="ja-JP" altLang="en-US" dirty="0"/>
          </a:p>
        </p:txBody>
      </p:sp>
      <p:sp>
        <p:nvSpPr>
          <p:cNvPr id="23" name="テキスト プレースホルダー 18">
            <a:extLst>
              <a:ext uri="{FF2B5EF4-FFF2-40B4-BE49-F238E27FC236}">
                <a16:creationId xmlns:a16="http://schemas.microsoft.com/office/drawing/2014/main" id="{B48587C2-F2E7-3517-F815-B6291B91B3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3500" y="6404740"/>
            <a:ext cx="5292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24" name="テキスト プレースホルダー 18">
            <a:extLst>
              <a:ext uri="{FF2B5EF4-FFF2-40B4-BE49-F238E27FC236}">
                <a16:creationId xmlns:a16="http://schemas.microsoft.com/office/drawing/2014/main" id="{DEB81EAE-DCC6-1B0E-179E-365FC6168A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55500" y="6404740"/>
            <a:ext cx="5292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C4BA3E1-73EC-E3FA-3E64-A6C0C7F0EFAB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>
              <a:latin typeface="+mj-lt"/>
            </a:endParaRPr>
          </a:p>
        </p:txBody>
      </p:sp>
      <p:sp>
        <p:nvSpPr>
          <p:cNvPr id="9" name="タイトル 2">
            <a:extLst>
              <a:ext uri="{FF2B5EF4-FFF2-40B4-BE49-F238E27FC236}">
                <a16:creationId xmlns:a16="http://schemas.microsoft.com/office/drawing/2014/main" id="{2D90F566-58A5-30C7-FE2D-FE13B066D4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00" y="424926"/>
            <a:ext cx="11304000" cy="51117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TITLE</a:t>
            </a:r>
            <a:endParaRPr kumimoji="1" lang="ja-JP" altLang="en-US"/>
          </a:p>
        </p:txBody>
      </p:sp>
      <p:sp>
        <p:nvSpPr>
          <p:cNvPr id="10" name="テキスト プレースホルダー 20">
            <a:extLst>
              <a:ext uri="{FF2B5EF4-FFF2-40B4-BE49-F238E27FC236}">
                <a16:creationId xmlns:a16="http://schemas.microsoft.com/office/drawing/2014/main" id="{981FB82A-182A-8E3F-D593-CF97315F8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3000" y="1912114"/>
            <a:ext cx="5292000" cy="5112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  <p:sp>
        <p:nvSpPr>
          <p:cNvPr id="12" name="テキスト プレースホルダー 20">
            <a:extLst>
              <a:ext uri="{FF2B5EF4-FFF2-40B4-BE49-F238E27FC236}">
                <a16:creationId xmlns:a16="http://schemas.microsoft.com/office/drawing/2014/main" id="{DA56980C-CF7B-66D2-6EAF-D597DCF22E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55500" y="1901384"/>
            <a:ext cx="5292000" cy="5112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0FB9DE8-D7E6-3B43-7B1E-D4238639BCB3}"/>
              </a:ext>
            </a:extLst>
          </p:cNvPr>
          <p:cNvCxnSpPr>
            <a:cxnSpLocks/>
          </p:cNvCxnSpPr>
          <p:nvPr userDrawn="1"/>
        </p:nvCxnSpPr>
        <p:spPr>
          <a:xfrm>
            <a:off x="444000" y="1064724"/>
            <a:ext cx="11304000" cy="0"/>
          </a:xfrm>
          <a:prstGeom prst="line">
            <a:avLst/>
          </a:prstGeom>
          <a:ln w="19050">
            <a:solidFill>
              <a:srgbClr val="215F9B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795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-２列塗り(青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701A8FD-F834-9ED3-9FCD-C2D525A52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  <p:sp>
        <p:nvSpPr>
          <p:cNvPr id="11" name="コンテンツ プレースホルダー 9">
            <a:extLst>
              <a:ext uri="{FF2B5EF4-FFF2-40B4-BE49-F238E27FC236}">
                <a16:creationId xmlns:a16="http://schemas.microsoft.com/office/drawing/2014/main" id="{BF5B64E1-4A73-EFCA-F3E2-7604E41B28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3000" y="2528277"/>
            <a:ext cx="5292000" cy="369534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15F9B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rgbClr val="215F9B"/>
              </a:buClr>
              <a:defRPr sz="1800">
                <a:latin typeface="+mn-ea"/>
                <a:ea typeface="+mn-ea"/>
              </a:defRPr>
            </a:lvl2pPr>
            <a:lvl3pPr>
              <a:buClr>
                <a:srgbClr val="215F9B"/>
              </a:buClr>
              <a:defRPr sz="1800">
                <a:latin typeface="+mn-ea"/>
                <a:ea typeface="+mn-ea"/>
              </a:defRPr>
            </a:lvl3pPr>
            <a:lvl4pPr>
              <a:buClr>
                <a:srgbClr val="215F9B"/>
              </a:buClr>
              <a:defRPr sz="1800">
                <a:latin typeface="+mn-ea"/>
                <a:ea typeface="+mn-ea"/>
              </a:defRPr>
            </a:lvl4pPr>
            <a:lvl5pPr>
              <a:buClr>
                <a:srgbClr val="215F9B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コンテンツ プレースホルダー 9">
            <a:extLst>
              <a:ext uri="{FF2B5EF4-FFF2-40B4-BE49-F238E27FC236}">
                <a16:creationId xmlns:a16="http://schemas.microsoft.com/office/drawing/2014/main" id="{648239CC-B2F6-9BCF-DC29-7DB48B274110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6455500" y="2528275"/>
            <a:ext cx="5292000" cy="369534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15F9B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 marL="742950" indent="-285750">
              <a:buClr>
                <a:srgbClr val="215F9B"/>
              </a:buClr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2pPr>
            <a:lvl3pPr marL="1200150" indent="-285750">
              <a:buClr>
                <a:srgbClr val="215F9B"/>
              </a:buClr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3pPr>
            <a:lvl4pPr marL="1657350" indent="-285750">
              <a:buClr>
                <a:srgbClr val="215F9B"/>
              </a:buClr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4pPr>
            <a:lvl5pPr marL="2114550" indent="-285750">
              <a:buClr>
                <a:srgbClr val="215F9B"/>
              </a:buClr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9" name="テキスト プレースホルダー 14">
            <a:extLst>
              <a:ext uri="{FF2B5EF4-FFF2-40B4-BE49-F238E27FC236}">
                <a16:creationId xmlns:a16="http://schemas.microsoft.com/office/drawing/2014/main" id="{2C2A0122-FE51-F7B4-BF10-AA70340A612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43500" y="1141687"/>
            <a:ext cx="11304000" cy="649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kumimoji="1" lang="ja-JP" altLang="en-US" sz="1800"/>
              <a:t>リード文</a:t>
            </a:r>
            <a:endParaRPr kumimoji="1" lang="en-US" altLang="ja-JP" sz="1800"/>
          </a:p>
          <a:p>
            <a:pPr lvl="0"/>
            <a:r>
              <a:rPr kumimoji="1" lang="ja-JP" altLang="en-US" sz="1800"/>
              <a:t>リード文</a:t>
            </a:r>
            <a:endParaRPr kumimoji="1" lang="ja-JP" altLang="en-US"/>
          </a:p>
        </p:txBody>
      </p:sp>
      <p:sp>
        <p:nvSpPr>
          <p:cNvPr id="23" name="テキスト プレースホルダー 18">
            <a:extLst>
              <a:ext uri="{FF2B5EF4-FFF2-40B4-BE49-F238E27FC236}">
                <a16:creationId xmlns:a16="http://schemas.microsoft.com/office/drawing/2014/main" id="{B48587C2-F2E7-3517-F815-B6291B91B3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3500" y="6404740"/>
            <a:ext cx="5292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24" name="テキスト プレースホルダー 18">
            <a:extLst>
              <a:ext uri="{FF2B5EF4-FFF2-40B4-BE49-F238E27FC236}">
                <a16:creationId xmlns:a16="http://schemas.microsoft.com/office/drawing/2014/main" id="{DEB81EAE-DCC6-1B0E-179E-365FC6168A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55500" y="6404740"/>
            <a:ext cx="5292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8ADEB3A-771A-8C6C-1C8F-524A8657E7ED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>
              <a:latin typeface="+mj-lt"/>
            </a:endParaRPr>
          </a:p>
        </p:txBody>
      </p:sp>
      <p:sp>
        <p:nvSpPr>
          <p:cNvPr id="8" name="タイトル 2">
            <a:extLst>
              <a:ext uri="{FF2B5EF4-FFF2-40B4-BE49-F238E27FC236}">
                <a16:creationId xmlns:a16="http://schemas.microsoft.com/office/drawing/2014/main" id="{CFBE0109-2483-4036-ACF6-A8F886A82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00" y="424926"/>
            <a:ext cx="11304000" cy="51117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TITLE</a:t>
            </a:r>
            <a:endParaRPr kumimoji="1" lang="ja-JP" altLang="en-US"/>
          </a:p>
        </p:txBody>
      </p:sp>
      <p:sp>
        <p:nvSpPr>
          <p:cNvPr id="9" name="テキスト プレースホルダー 20">
            <a:extLst>
              <a:ext uri="{FF2B5EF4-FFF2-40B4-BE49-F238E27FC236}">
                <a16:creationId xmlns:a16="http://schemas.microsoft.com/office/drawing/2014/main" id="{0AA1F181-67B5-A571-1262-CA043FC968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3000" y="1912114"/>
            <a:ext cx="5292000" cy="511200"/>
          </a:xfrm>
          <a:prstGeom prst="rect">
            <a:avLst/>
          </a:prstGeom>
          <a:solidFill>
            <a:srgbClr val="215F9B"/>
          </a:solidFill>
          <a:ln>
            <a:solidFill>
              <a:srgbClr val="215F9B"/>
            </a:solidFill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  <p:sp>
        <p:nvSpPr>
          <p:cNvPr id="10" name="テキスト プレースホルダー 20">
            <a:extLst>
              <a:ext uri="{FF2B5EF4-FFF2-40B4-BE49-F238E27FC236}">
                <a16:creationId xmlns:a16="http://schemas.microsoft.com/office/drawing/2014/main" id="{89FAFCE3-DB93-82AC-2D92-1D3375930D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55500" y="1912114"/>
            <a:ext cx="5292000" cy="511200"/>
          </a:xfrm>
          <a:prstGeom prst="rect">
            <a:avLst/>
          </a:prstGeom>
          <a:solidFill>
            <a:srgbClr val="215F9B"/>
          </a:solidFill>
          <a:ln>
            <a:solidFill>
              <a:srgbClr val="215F9B"/>
            </a:solidFill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45CA2979-FBEA-02FE-DC88-9D164C4B2752}"/>
              </a:ext>
            </a:extLst>
          </p:cNvPr>
          <p:cNvCxnSpPr>
            <a:cxnSpLocks/>
          </p:cNvCxnSpPr>
          <p:nvPr userDrawn="1"/>
        </p:nvCxnSpPr>
        <p:spPr>
          <a:xfrm>
            <a:off x="444000" y="1064724"/>
            <a:ext cx="11304000" cy="0"/>
          </a:xfrm>
          <a:prstGeom prst="line">
            <a:avLst/>
          </a:prstGeom>
          <a:ln w="19050">
            <a:solidFill>
              <a:srgbClr val="215F9B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8789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2(青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701A8FD-F834-9ED3-9FCD-C2D525A52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D26B641-7C9D-5ABC-3541-7BD75544C9A5}"/>
              </a:ext>
            </a:extLst>
          </p:cNvPr>
          <p:cNvSpPr/>
          <p:nvPr userDrawn="1"/>
        </p:nvSpPr>
        <p:spPr>
          <a:xfrm>
            <a:off x="371500" y="392513"/>
            <a:ext cx="72000" cy="576000"/>
          </a:xfrm>
          <a:prstGeom prst="rect">
            <a:avLst/>
          </a:prstGeom>
          <a:solidFill>
            <a:srgbClr val="215F9B"/>
          </a:solidFill>
          <a:ln>
            <a:solidFill>
              <a:srgbClr val="215F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コンテンツ プレースホルダー 9">
            <a:extLst>
              <a:ext uri="{FF2B5EF4-FFF2-40B4-BE49-F238E27FC236}">
                <a16:creationId xmlns:a16="http://schemas.microsoft.com/office/drawing/2014/main" id="{DEC326F4-DB6E-5E56-6AE9-0F591F3D5FC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3500" y="1879600"/>
            <a:ext cx="11304000" cy="443651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15F9B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 marL="685800" indent="-228600">
              <a:buClr>
                <a:srgbClr val="215F9B"/>
              </a:buClr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2pPr>
            <a:lvl3pPr marL="1143000" indent="-228600">
              <a:buClr>
                <a:srgbClr val="215F9B"/>
              </a:buClr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3pPr>
            <a:lvl4pPr marL="1600200" indent="-228600">
              <a:buClr>
                <a:srgbClr val="215F9B"/>
              </a:buClr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4pPr>
            <a:lvl5pPr marL="2057400" indent="-228600">
              <a:buClr>
                <a:srgbClr val="215F9B"/>
              </a:buClr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8" name="テキスト プレースホルダー 14">
            <a:extLst>
              <a:ext uri="{FF2B5EF4-FFF2-40B4-BE49-F238E27FC236}">
                <a16:creationId xmlns:a16="http://schemas.microsoft.com/office/drawing/2014/main" id="{5FF5248A-7C61-13A0-4321-95397CD1AB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3500" y="1141687"/>
            <a:ext cx="11304000" cy="649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kumimoji="1" lang="ja-JP" altLang="en-US" sz="1800"/>
              <a:t>リード文</a:t>
            </a:r>
            <a:endParaRPr kumimoji="1" lang="en-US" altLang="ja-JP" sz="1800"/>
          </a:p>
          <a:p>
            <a:pPr lvl="0"/>
            <a:r>
              <a:rPr kumimoji="1" lang="ja-JP" altLang="en-US" sz="1800"/>
              <a:t>リード文</a:t>
            </a:r>
            <a:endParaRPr kumimoji="1" lang="ja-JP" altLang="en-US"/>
          </a:p>
        </p:txBody>
      </p:sp>
      <p:sp>
        <p:nvSpPr>
          <p:cNvPr id="10" name="テキスト プレースホルダー 18">
            <a:extLst>
              <a:ext uri="{FF2B5EF4-FFF2-40B4-BE49-F238E27FC236}">
                <a16:creationId xmlns:a16="http://schemas.microsoft.com/office/drawing/2014/main" id="{FB57BB42-BEA5-E0F9-3CB9-F1BB094954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3500" y="6404740"/>
            <a:ext cx="11304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DFA09D5-C2FA-B8FD-CBE7-1442861B31F0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>
              <a:latin typeface="+mj-lt"/>
            </a:endParaRPr>
          </a:p>
        </p:txBody>
      </p:sp>
      <p:sp>
        <p:nvSpPr>
          <p:cNvPr id="9" name="タイトル 2">
            <a:extLst>
              <a:ext uri="{FF2B5EF4-FFF2-40B4-BE49-F238E27FC236}">
                <a16:creationId xmlns:a16="http://schemas.microsoft.com/office/drawing/2014/main" id="{149D04D1-A8C1-E6C4-551B-14DB7BDA14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00" y="424926"/>
            <a:ext cx="11304000" cy="51117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998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2-２列(青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701A8FD-F834-9ED3-9FCD-C2D525A52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  <p:sp>
        <p:nvSpPr>
          <p:cNvPr id="11" name="コンテンツ プレースホルダー 9">
            <a:extLst>
              <a:ext uri="{FF2B5EF4-FFF2-40B4-BE49-F238E27FC236}">
                <a16:creationId xmlns:a16="http://schemas.microsoft.com/office/drawing/2014/main" id="{BF5B64E1-4A73-EFCA-F3E2-7604E41B28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3000" y="2525349"/>
            <a:ext cx="5292000" cy="369534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15F9B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rgbClr val="215F9B"/>
              </a:buClr>
              <a:defRPr sz="1800">
                <a:latin typeface="+mn-ea"/>
                <a:ea typeface="+mn-ea"/>
              </a:defRPr>
            </a:lvl2pPr>
            <a:lvl3pPr>
              <a:buClr>
                <a:srgbClr val="215F9B"/>
              </a:buClr>
              <a:defRPr sz="1800">
                <a:latin typeface="+mn-ea"/>
                <a:ea typeface="+mn-ea"/>
              </a:defRPr>
            </a:lvl3pPr>
            <a:lvl4pPr>
              <a:buClr>
                <a:srgbClr val="215F9B"/>
              </a:buClr>
              <a:defRPr sz="1800">
                <a:latin typeface="+mn-ea"/>
                <a:ea typeface="+mn-ea"/>
              </a:defRPr>
            </a:lvl4pPr>
            <a:lvl5pPr>
              <a:buClr>
                <a:srgbClr val="215F9B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012F5C4-AFAD-2A33-E6EF-C32630F16DB1}"/>
              </a:ext>
            </a:extLst>
          </p:cNvPr>
          <p:cNvSpPr/>
          <p:nvPr userDrawn="1"/>
        </p:nvSpPr>
        <p:spPr>
          <a:xfrm>
            <a:off x="371000" y="392513"/>
            <a:ext cx="72000" cy="576000"/>
          </a:xfrm>
          <a:prstGeom prst="rect">
            <a:avLst/>
          </a:prstGeom>
          <a:solidFill>
            <a:srgbClr val="215F9B"/>
          </a:solidFill>
          <a:ln>
            <a:solidFill>
              <a:srgbClr val="215F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コンテンツ プレースホルダー 9">
            <a:extLst>
              <a:ext uri="{FF2B5EF4-FFF2-40B4-BE49-F238E27FC236}">
                <a16:creationId xmlns:a16="http://schemas.microsoft.com/office/drawing/2014/main" id="{E51894E7-CF7F-E872-83C3-69C0FA18EAB1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6455500" y="2525348"/>
            <a:ext cx="5292000" cy="369534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15F9B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rgbClr val="215F9B"/>
              </a:buClr>
              <a:defRPr sz="1800">
                <a:latin typeface="+mn-ea"/>
                <a:ea typeface="+mn-ea"/>
              </a:defRPr>
            </a:lvl2pPr>
            <a:lvl3pPr>
              <a:buClr>
                <a:srgbClr val="215F9B"/>
              </a:buClr>
              <a:defRPr sz="1800">
                <a:latin typeface="+mn-ea"/>
                <a:ea typeface="+mn-ea"/>
              </a:defRPr>
            </a:lvl3pPr>
            <a:lvl4pPr>
              <a:buClr>
                <a:srgbClr val="215F9B"/>
              </a:buClr>
              <a:defRPr sz="1800">
                <a:latin typeface="+mn-ea"/>
                <a:ea typeface="+mn-ea"/>
              </a:defRPr>
            </a:lvl4pPr>
            <a:lvl5pPr>
              <a:buClr>
                <a:srgbClr val="215F9B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9" name="テキスト プレースホルダー 14">
            <a:extLst>
              <a:ext uri="{FF2B5EF4-FFF2-40B4-BE49-F238E27FC236}">
                <a16:creationId xmlns:a16="http://schemas.microsoft.com/office/drawing/2014/main" id="{E44F41C7-416C-A639-4348-49D3D581B889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43500" y="1141687"/>
            <a:ext cx="11304000" cy="649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kumimoji="1" lang="ja-JP" altLang="en-US" sz="1800"/>
              <a:t>リード文</a:t>
            </a:r>
            <a:endParaRPr kumimoji="1" lang="en-US" altLang="ja-JP" sz="1800"/>
          </a:p>
          <a:p>
            <a:pPr lvl="0"/>
            <a:r>
              <a:rPr kumimoji="1" lang="ja-JP" altLang="en-US" sz="1800"/>
              <a:t>リード文</a:t>
            </a:r>
            <a:endParaRPr kumimoji="1" lang="ja-JP" altLang="en-US"/>
          </a:p>
        </p:txBody>
      </p:sp>
      <p:sp>
        <p:nvSpPr>
          <p:cNvPr id="22" name="テキスト プレースホルダー 18">
            <a:extLst>
              <a:ext uri="{FF2B5EF4-FFF2-40B4-BE49-F238E27FC236}">
                <a16:creationId xmlns:a16="http://schemas.microsoft.com/office/drawing/2014/main" id="{B7D50D6D-0CB1-04EB-09CE-D43B5641EB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3500" y="6404740"/>
            <a:ext cx="5292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23" name="テキスト プレースホルダー 18">
            <a:extLst>
              <a:ext uri="{FF2B5EF4-FFF2-40B4-BE49-F238E27FC236}">
                <a16:creationId xmlns:a16="http://schemas.microsoft.com/office/drawing/2014/main" id="{973EBA5E-0F46-3DDE-9847-3D4E0F7C56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55500" y="6404740"/>
            <a:ext cx="5292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A8422A4-070A-0072-FCB3-C2DB570D2F4B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>
              <a:latin typeface="+mj-lt"/>
            </a:endParaRPr>
          </a:p>
        </p:txBody>
      </p:sp>
      <p:sp>
        <p:nvSpPr>
          <p:cNvPr id="9" name="タイトル 2">
            <a:extLst>
              <a:ext uri="{FF2B5EF4-FFF2-40B4-BE49-F238E27FC236}">
                <a16:creationId xmlns:a16="http://schemas.microsoft.com/office/drawing/2014/main" id="{9902FAA4-2B61-B228-E51D-23A9FC3CB6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00" y="424926"/>
            <a:ext cx="11304000" cy="51117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TITLE</a:t>
            </a:r>
            <a:endParaRPr kumimoji="1" lang="ja-JP" altLang="en-US"/>
          </a:p>
        </p:txBody>
      </p:sp>
      <p:sp>
        <p:nvSpPr>
          <p:cNvPr id="10" name="テキスト プレースホルダー 20">
            <a:extLst>
              <a:ext uri="{FF2B5EF4-FFF2-40B4-BE49-F238E27FC236}">
                <a16:creationId xmlns:a16="http://schemas.microsoft.com/office/drawing/2014/main" id="{BFF7FB3F-83E5-78C9-BC30-CC443B0A46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3000" y="1912114"/>
            <a:ext cx="5292000" cy="5112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  <p:sp>
        <p:nvSpPr>
          <p:cNvPr id="12" name="テキスト プレースホルダー 20">
            <a:extLst>
              <a:ext uri="{FF2B5EF4-FFF2-40B4-BE49-F238E27FC236}">
                <a16:creationId xmlns:a16="http://schemas.microsoft.com/office/drawing/2014/main" id="{8F06E489-D202-9C04-595E-84F8FE3094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55500" y="1901384"/>
            <a:ext cx="5292000" cy="5112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303240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2-２列塗り(青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701A8FD-F834-9ED3-9FCD-C2D525A52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  <p:sp>
        <p:nvSpPr>
          <p:cNvPr id="11" name="コンテンツ プレースホルダー 9">
            <a:extLst>
              <a:ext uri="{FF2B5EF4-FFF2-40B4-BE49-F238E27FC236}">
                <a16:creationId xmlns:a16="http://schemas.microsoft.com/office/drawing/2014/main" id="{BF5B64E1-4A73-EFCA-F3E2-7604E41B28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3000" y="2525349"/>
            <a:ext cx="5292000" cy="369534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15F9B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rgbClr val="215F9B"/>
              </a:buClr>
              <a:defRPr sz="1800">
                <a:latin typeface="+mn-ea"/>
                <a:ea typeface="+mn-ea"/>
              </a:defRPr>
            </a:lvl2pPr>
            <a:lvl3pPr>
              <a:buClr>
                <a:srgbClr val="215F9B"/>
              </a:buClr>
              <a:defRPr sz="1800">
                <a:latin typeface="+mn-ea"/>
                <a:ea typeface="+mn-ea"/>
              </a:defRPr>
            </a:lvl3pPr>
            <a:lvl4pPr>
              <a:buClr>
                <a:srgbClr val="215F9B"/>
              </a:buClr>
              <a:defRPr sz="1800">
                <a:latin typeface="+mn-ea"/>
                <a:ea typeface="+mn-ea"/>
              </a:defRPr>
            </a:lvl4pPr>
            <a:lvl5pPr>
              <a:buClr>
                <a:srgbClr val="215F9B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012F5C4-AFAD-2A33-E6EF-C32630F16DB1}"/>
              </a:ext>
            </a:extLst>
          </p:cNvPr>
          <p:cNvSpPr/>
          <p:nvPr userDrawn="1"/>
        </p:nvSpPr>
        <p:spPr>
          <a:xfrm>
            <a:off x="371000" y="392513"/>
            <a:ext cx="72000" cy="576000"/>
          </a:xfrm>
          <a:prstGeom prst="rect">
            <a:avLst/>
          </a:prstGeom>
          <a:solidFill>
            <a:srgbClr val="215F9B"/>
          </a:solidFill>
          <a:ln>
            <a:solidFill>
              <a:srgbClr val="215F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コンテンツ プレースホルダー 9">
            <a:extLst>
              <a:ext uri="{FF2B5EF4-FFF2-40B4-BE49-F238E27FC236}">
                <a16:creationId xmlns:a16="http://schemas.microsoft.com/office/drawing/2014/main" id="{E51894E7-CF7F-E872-83C3-69C0FA18EAB1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6455500" y="2525348"/>
            <a:ext cx="5292000" cy="369534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15F9B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rgbClr val="215F9B"/>
              </a:buClr>
              <a:defRPr sz="1800">
                <a:latin typeface="+mn-ea"/>
                <a:ea typeface="+mn-ea"/>
              </a:defRPr>
            </a:lvl2pPr>
            <a:lvl3pPr>
              <a:buClr>
                <a:srgbClr val="215F9B"/>
              </a:buClr>
              <a:defRPr sz="1800">
                <a:latin typeface="+mn-ea"/>
                <a:ea typeface="+mn-ea"/>
              </a:defRPr>
            </a:lvl3pPr>
            <a:lvl4pPr>
              <a:buClr>
                <a:srgbClr val="215F9B"/>
              </a:buClr>
              <a:defRPr sz="1800">
                <a:latin typeface="+mn-ea"/>
                <a:ea typeface="+mn-ea"/>
              </a:defRPr>
            </a:lvl4pPr>
            <a:lvl5pPr>
              <a:buClr>
                <a:srgbClr val="215F9B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9" name="テキスト プレースホルダー 14">
            <a:extLst>
              <a:ext uri="{FF2B5EF4-FFF2-40B4-BE49-F238E27FC236}">
                <a16:creationId xmlns:a16="http://schemas.microsoft.com/office/drawing/2014/main" id="{E44F41C7-416C-A639-4348-49D3D581B889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43500" y="1141687"/>
            <a:ext cx="11304000" cy="649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kumimoji="1" lang="ja-JP" altLang="en-US" sz="1800"/>
              <a:t>リード文</a:t>
            </a:r>
            <a:endParaRPr kumimoji="1" lang="en-US" altLang="ja-JP" sz="1800"/>
          </a:p>
          <a:p>
            <a:pPr lvl="0"/>
            <a:r>
              <a:rPr kumimoji="1" lang="ja-JP" altLang="en-US" sz="1800"/>
              <a:t>リード文</a:t>
            </a:r>
            <a:endParaRPr kumimoji="1" lang="ja-JP" altLang="en-US"/>
          </a:p>
        </p:txBody>
      </p:sp>
      <p:sp>
        <p:nvSpPr>
          <p:cNvPr id="22" name="テキスト プレースホルダー 18">
            <a:extLst>
              <a:ext uri="{FF2B5EF4-FFF2-40B4-BE49-F238E27FC236}">
                <a16:creationId xmlns:a16="http://schemas.microsoft.com/office/drawing/2014/main" id="{B7D50D6D-0CB1-04EB-09CE-D43B5641EB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3500" y="6404740"/>
            <a:ext cx="5292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23" name="テキスト プレースホルダー 18">
            <a:extLst>
              <a:ext uri="{FF2B5EF4-FFF2-40B4-BE49-F238E27FC236}">
                <a16:creationId xmlns:a16="http://schemas.microsoft.com/office/drawing/2014/main" id="{973EBA5E-0F46-3DDE-9847-3D4E0F7C56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55500" y="6404740"/>
            <a:ext cx="5292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76292DF-5C88-DD20-A76C-5AB964928A8D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>
              <a:latin typeface="+mj-lt"/>
            </a:endParaRPr>
          </a:p>
        </p:txBody>
      </p:sp>
      <p:sp>
        <p:nvSpPr>
          <p:cNvPr id="10" name="タイトル 2">
            <a:extLst>
              <a:ext uri="{FF2B5EF4-FFF2-40B4-BE49-F238E27FC236}">
                <a16:creationId xmlns:a16="http://schemas.microsoft.com/office/drawing/2014/main" id="{21BF1DBE-53D4-E4FB-2DFF-A083B2D569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00" y="424926"/>
            <a:ext cx="11304000" cy="51117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TITLE</a:t>
            </a:r>
            <a:endParaRPr kumimoji="1" lang="ja-JP" altLang="en-US"/>
          </a:p>
        </p:txBody>
      </p:sp>
      <p:sp>
        <p:nvSpPr>
          <p:cNvPr id="24" name="テキスト プレースホルダー 20">
            <a:extLst>
              <a:ext uri="{FF2B5EF4-FFF2-40B4-BE49-F238E27FC236}">
                <a16:creationId xmlns:a16="http://schemas.microsoft.com/office/drawing/2014/main" id="{EB09E6EE-CDBA-7F7E-AA35-E205EC49CB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3000" y="1912114"/>
            <a:ext cx="5292000" cy="511200"/>
          </a:xfrm>
          <a:prstGeom prst="rect">
            <a:avLst/>
          </a:prstGeom>
          <a:solidFill>
            <a:srgbClr val="215F9B"/>
          </a:solidFill>
          <a:ln>
            <a:solidFill>
              <a:srgbClr val="215F9B"/>
            </a:solidFill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  <p:sp>
        <p:nvSpPr>
          <p:cNvPr id="25" name="テキスト プレースホルダー 20">
            <a:extLst>
              <a:ext uri="{FF2B5EF4-FFF2-40B4-BE49-F238E27FC236}">
                <a16:creationId xmlns:a16="http://schemas.microsoft.com/office/drawing/2014/main" id="{DA571D86-E1BA-3B24-2063-D2BE25A81C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55500" y="1912114"/>
            <a:ext cx="5292000" cy="511200"/>
          </a:xfrm>
          <a:prstGeom prst="rect">
            <a:avLst/>
          </a:prstGeom>
          <a:solidFill>
            <a:srgbClr val="215F9B"/>
          </a:solidFill>
          <a:ln>
            <a:solidFill>
              <a:srgbClr val="215F9B"/>
            </a:solidFill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70915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3(青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B4F06CA-C543-1486-0463-E230C649CBFF}"/>
              </a:ext>
            </a:extLst>
          </p:cNvPr>
          <p:cNvSpPr/>
          <p:nvPr userDrawn="1"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15F9B"/>
          </a:solidFill>
          <a:ln>
            <a:solidFill>
              <a:srgbClr val="215F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701A8FD-F834-9ED3-9FCD-C2D525A52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  <p:sp>
        <p:nvSpPr>
          <p:cNvPr id="6" name="コンテンツ プレースホルダー 9">
            <a:extLst>
              <a:ext uri="{FF2B5EF4-FFF2-40B4-BE49-F238E27FC236}">
                <a16:creationId xmlns:a16="http://schemas.microsoft.com/office/drawing/2014/main" id="{C9E37927-04DF-9C92-3495-BB3F43C238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3500" y="1879600"/>
            <a:ext cx="11304000" cy="44370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15F9B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rgbClr val="215F9B"/>
              </a:buClr>
              <a:defRPr sz="1800">
                <a:latin typeface="+mn-ea"/>
                <a:ea typeface="+mn-ea"/>
              </a:defRPr>
            </a:lvl2pPr>
            <a:lvl3pPr>
              <a:buClr>
                <a:srgbClr val="215F9B"/>
              </a:buClr>
              <a:defRPr sz="1800">
                <a:latin typeface="+mn-ea"/>
                <a:ea typeface="+mn-ea"/>
              </a:defRPr>
            </a:lvl3pPr>
            <a:lvl4pPr>
              <a:buClr>
                <a:srgbClr val="215F9B"/>
              </a:buClr>
              <a:defRPr sz="1800">
                <a:latin typeface="+mn-ea"/>
                <a:ea typeface="+mn-ea"/>
              </a:defRPr>
            </a:lvl4pPr>
            <a:lvl5pPr>
              <a:buClr>
                <a:srgbClr val="215F9B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0" name="テキスト プレースホルダー 14">
            <a:extLst>
              <a:ext uri="{FF2B5EF4-FFF2-40B4-BE49-F238E27FC236}">
                <a16:creationId xmlns:a16="http://schemas.microsoft.com/office/drawing/2014/main" id="{E0DE10B2-B4DA-64FD-099D-1C2489D1F7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3500" y="1141687"/>
            <a:ext cx="11304000" cy="649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kumimoji="1" lang="ja-JP" altLang="en-US" sz="1800"/>
              <a:t>リード文</a:t>
            </a:r>
            <a:endParaRPr kumimoji="1" lang="en-US" altLang="ja-JP" sz="1800"/>
          </a:p>
          <a:p>
            <a:pPr lvl="0"/>
            <a:r>
              <a:rPr kumimoji="1" lang="ja-JP" altLang="en-US" sz="1800"/>
              <a:t>リード文</a:t>
            </a:r>
            <a:endParaRPr kumimoji="1" lang="ja-JP" altLang="en-US"/>
          </a:p>
        </p:txBody>
      </p:sp>
      <p:sp>
        <p:nvSpPr>
          <p:cNvPr id="11" name="テキスト プレースホルダー 18">
            <a:extLst>
              <a:ext uri="{FF2B5EF4-FFF2-40B4-BE49-F238E27FC236}">
                <a16:creationId xmlns:a16="http://schemas.microsoft.com/office/drawing/2014/main" id="{71678B0F-D11F-C3E3-B80C-3536321F11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3500" y="6404740"/>
            <a:ext cx="11304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45DF3C5-6D5B-6405-4CDA-6CEC18F8DB4A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>
              <a:latin typeface="+mj-lt"/>
            </a:endParaRPr>
          </a:p>
        </p:txBody>
      </p:sp>
      <p:sp>
        <p:nvSpPr>
          <p:cNvPr id="9" name="タイトル 2">
            <a:extLst>
              <a:ext uri="{FF2B5EF4-FFF2-40B4-BE49-F238E27FC236}">
                <a16:creationId xmlns:a16="http://schemas.microsoft.com/office/drawing/2014/main" id="{7074C585-38A3-5DBF-8F9C-236815AAD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00" y="424926"/>
            <a:ext cx="11304000" cy="51117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TITLE</a:t>
            </a:r>
            <a:endParaRPr kumimoji="1" lang="ja-JP" altLang="en-US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902C8229-D1CD-348A-3ABE-469B7397DC78}"/>
              </a:ext>
            </a:extLst>
          </p:cNvPr>
          <p:cNvCxnSpPr>
            <a:cxnSpLocks/>
          </p:cNvCxnSpPr>
          <p:nvPr userDrawn="1"/>
        </p:nvCxnSpPr>
        <p:spPr>
          <a:xfrm>
            <a:off x="444000" y="1064724"/>
            <a:ext cx="11304000" cy="0"/>
          </a:xfrm>
          <a:prstGeom prst="line">
            <a:avLst/>
          </a:prstGeom>
          <a:ln w="19050">
            <a:solidFill>
              <a:srgbClr val="215F9B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9569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3-２列(青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テキスト プレースホルダー 20">
            <a:extLst>
              <a:ext uri="{FF2B5EF4-FFF2-40B4-BE49-F238E27FC236}">
                <a16:creationId xmlns:a16="http://schemas.microsoft.com/office/drawing/2014/main" id="{3F731CA7-A4B3-E417-EF76-C9EE9F5F28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55500" y="1901384"/>
            <a:ext cx="5292000" cy="5112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21" name="テキスト プレースホルダー 20">
            <a:extLst>
              <a:ext uri="{FF2B5EF4-FFF2-40B4-BE49-F238E27FC236}">
                <a16:creationId xmlns:a16="http://schemas.microsoft.com/office/drawing/2014/main" id="{8CF617B1-4969-EAFA-D1A6-D60CE403797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43000" y="1912114"/>
            <a:ext cx="5292000" cy="5112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B4F06CA-C543-1486-0463-E230C649CBFF}"/>
              </a:ext>
            </a:extLst>
          </p:cNvPr>
          <p:cNvSpPr/>
          <p:nvPr userDrawn="1"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15F9B"/>
          </a:solidFill>
          <a:ln>
            <a:solidFill>
              <a:srgbClr val="215F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701A8FD-F834-9ED3-9FCD-C2D525A52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  <p:sp>
        <p:nvSpPr>
          <p:cNvPr id="11" name="コンテンツ プレースホルダー 9">
            <a:extLst>
              <a:ext uri="{FF2B5EF4-FFF2-40B4-BE49-F238E27FC236}">
                <a16:creationId xmlns:a16="http://schemas.microsoft.com/office/drawing/2014/main" id="{07D13890-21FC-56D0-A9F1-3928A901616B}"/>
              </a:ext>
            </a:extLst>
          </p:cNvPr>
          <p:cNvSpPr>
            <a:spLocks noGrp="1"/>
          </p:cNvSpPr>
          <p:nvPr userDrawn="1">
            <p:ph sz="quarter" idx="10"/>
          </p:nvPr>
        </p:nvSpPr>
        <p:spPr>
          <a:xfrm>
            <a:off x="443000" y="2528276"/>
            <a:ext cx="5292000" cy="3695341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15F9B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rgbClr val="215F9B"/>
              </a:buClr>
              <a:defRPr sz="1800">
                <a:latin typeface="+mn-ea"/>
                <a:ea typeface="+mn-ea"/>
              </a:defRPr>
            </a:lvl2pPr>
            <a:lvl3pPr>
              <a:buClr>
                <a:srgbClr val="215F9B"/>
              </a:buClr>
              <a:defRPr sz="1800">
                <a:latin typeface="+mn-ea"/>
                <a:ea typeface="+mn-ea"/>
              </a:defRPr>
            </a:lvl3pPr>
            <a:lvl4pPr>
              <a:buClr>
                <a:srgbClr val="215F9B"/>
              </a:buClr>
              <a:defRPr sz="1800">
                <a:latin typeface="+mn-ea"/>
                <a:ea typeface="+mn-ea"/>
              </a:defRPr>
            </a:lvl4pPr>
            <a:lvl5pPr>
              <a:buClr>
                <a:srgbClr val="215F9B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コンテンツ プレースホルダー 9">
            <a:extLst>
              <a:ext uri="{FF2B5EF4-FFF2-40B4-BE49-F238E27FC236}">
                <a16:creationId xmlns:a16="http://schemas.microsoft.com/office/drawing/2014/main" id="{EDB6B600-23E4-EAA2-F0E9-993452EA9ADB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6455500" y="2528278"/>
            <a:ext cx="5292000" cy="3695339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15F9B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rgbClr val="215F9B"/>
              </a:buClr>
              <a:defRPr sz="1800">
                <a:latin typeface="+mn-ea"/>
                <a:ea typeface="+mn-ea"/>
              </a:defRPr>
            </a:lvl2pPr>
            <a:lvl3pPr>
              <a:buClr>
                <a:srgbClr val="215F9B"/>
              </a:buClr>
              <a:defRPr sz="1800">
                <a:latin typeface="+mn-ea"/>
                <a:ea typeface="+mn-ea"/>
              </a:defRPr>
            </a:lvl3pPr>
            <a:lvl4pPr>
              <a:buClr>
                <a:srgbClr val="215F9B"/>
              </a:buClr>
              <a:defRPr sz="1800">
                <a:latin typeface="+mn-ea"/>
                <a:ea typeface="+mn-ea"/>
              </a:defRPr>
            </a:lvl4pPr>
            <a:lvl5pPr>
              <a:buClr>
                <a:srgbClr val="215F9B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9" name="テキスト プレースホルダー 14">
            <a:extLst>
              <a:ext uri="{FF2B5EF4-FFF2-40B4-BE49-F238E27FC236}">
                <a16:creationId xmlns:a16="http://schemas.microsoft.com/office/drawing/2014/main" id="{482073D2-BA0D-6B6D-AA23-C1A14F320791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43500" y="1141687"/>
            <a:ext cx="11304000" cy="649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kumimoji="1" lang="ja-JP" altLang="en-US" sz="1800"/>
              <a:t>リード文</a:t>
            </a:r>
            <a:endParaRPr kumimoji="1" lang="en-US" altLang="ja-JP" sz="1800"/>
          </a:p>
          <a:p>
            <a:pPr lvl="0"/>
            <a:r>
              <a:rPr kumimoji="1" lang="ja-JP" altLang="en-US" sz="1800"/>
              <a:t>リード文</a:t>
            </a:r>
            <a:endParaRPr kumimoji="1" lang="ja-JP" altLang="en-US"/>
          </a:p>
        </p:txBody>
      </p:sp>
      <p:sp>
        <p:nvSpPr>
          <p:cNvPr id="23" name="テキスト プレースホルダー 18">
            <a:extLst>
              <a:ext uri="{FF2B5EF4-FFF2-40B4-BE49-F238E27FC236}">
                <a16:creationId xmlns:a16="http://schemas.microsoft.com/office/drawing/2014/main" id="{B8CF371E-0879-BA32-AA68-39765BF49F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3500" y="6404740"/>
            <a:ext cx="5292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24" name="テキスト プレースホルダー 18">
            <a:extLst>
              <a:ext uri="{FF2B5EF4-FFF2-40B4-BE49-F238E27FC236}">
                <a16:creationId xmlns:a16="http://schemas.microsoft.com/office/drawing/2014/main" id="{6A299FE3-A87C-CBEF-64E0-5041FAA323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55500" y="6404740"/>
            <a:ext cx="5292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C7B3192-6014-5533-11F0-0FA7EC969836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>
              <a:latin typeface="+mj-lt"/>
            </a:endParaRPr>
          </a:p>
        </p:txBody>
      </p:sp>
      <p:sp>
        <p:nvSpPr>
          <p:cNvPr id="8" name="タイトル 2">
            <a:extLst>
              <a:ext uri="{FF2B5EF4-FFF2-40B4-BE49-F238E27FC236}">
                <a16:creationId xmlns:a16="http://schemas.microsoft.com/office/drawing/2014/main" id="{B41BEDEB-D5BE-B707-BC22-624D196577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00" y="424926"/>
            <a:ext cx="11304000" cy="51117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TITLE</a:t>
            </a:r>
            <a:endParaRPr kumimoji="1" lang="ja-JP" altLang="en-US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44BECEC4-555F-2378-B8E4-945F1EE62C13}"/>
              </a:ext>
            </a:extLst>
          </p:cNvPr>
          <p:cNvCxnSpPr>
            <a:cxnSpLocks/>
          </p:cNvCxnSpPr>
          <p:nvPr userDrawn="1"/>
        </p:nvCxnSpPr>
        <p:spPr>
          <a:xfrm>
            <a:off x="444000" y="1064724"/>
            <a:ext cx="11304000" cy="0"/>
          </a:xfrm>
          <a:prstGeom prst="line">
            <a:avLst/>
          </a:prstGeom>
          <a:ln w="19050">
            <a:solidFill>
              <a:srgbClr val="215F9B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5135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スライド3-２列塗り(青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テキスト プレースホルダー 20">
            <a:extLst>
              <a:ext uri="{FF2B5EF4-FFF2-40B4-BE49-F238E27FC236}">
                <a16:creationId xmlns:a16="http://schemas.microsoft.com/office/drawing/2014/main" id="{3F731CA7-A4B3-E417-EF76-C9EE9F5F28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55500" y="1901384"/>
            <a:ext cx="5292000" cy="511200"/>
          </a:xfrm>
          <a:prstGeom prst="rect">
            <a:avLst/>
          </a:prstGeom>
          <a:solidFill>
            <a:srgbClr val="215F9B"/>
          </a:solidFill>
          <a:ln>
            <a:solidFill>
              <a:srgbClr val="215F9B"/>
            </a:solidFill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  <p:sp>
        <p:nvSpPr>
          <p:cNvPr id="21" name="テキスト プレースホルダー 20">
            <a:extLst>
              <a:ext uri="{FF2B5EF4-FFF2-40B4-BE49-F238E27FC236}">
                <a16:creationId xmlns:a16="http://schemas.microsoft.com/office/drawing/2014/main" id="{8CF617B1-4969-EAFA-D1A6-D60CE403797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43000" y="1912114"/>
            <a:ext cx="5292000" cy="511200"/>
          </a:xfrm>
          <a:prstGeom prst="rect">
            <a:avLst/>
          </a:prstGeom>
          <a:solidFill>
            <a:srgbClr val="215F9B"/>
          </a:solidFill>
          <a:ln>
            <a:solidFill>
              <a:srgbClr val="215F9B"/>
            </a:solidFill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B4F06CA-C543-1486-0463-E230C649CBFF}"/>
              </a:ext>
            </a:extLst>
          </p:cNvPr>
          <p:cNvSpPr/>
          <p:nvPr userDrawn="1"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15F9B"/>
          </a:solidFill>
          <a:ln>
            <a:solidFill>
              <a:srgbClr val="215F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701A8FD-F834-9ED3-9FCD-C2D525A52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874" y="220692"/>
            <a:ext cx="830126" cy="832369"/>
          </a:xfrm>
          <a:prstGeom prst="rect">
            <a:avLst/>
          </a:prstGeom>
        </p:spPr>
      </p:pic>
      <p:sp>
        <p:nvSpPr>
          <p:cNvPr id="11" name="コンテンツ プレースホルダー 9">
            <a:extLst>
              <a:ext uri="{FF2B5EF4-FFF2-40B4-BE49-F238E27FC236}">
                <a16:creationId xmlns:a16="http://schemas.microsoft.com/office/drawing/2014/main" id="{07D13890-21FC-56D0-A9F1-3928A901616B}"/>
              </a:ext>
            </a:extLst>
          </p:cNvPr>
          <p:cNvSpPr>
            <a:spLocks noGrp="1"/>
          </p:cNvSpPr>
          <p:nvPr userDrawn="1">
            <p:ph sz="quarter" idx="10"/>
          </p:nvPr>
        </p:nvSpPr>
        <p:spPr>
          <a:xfrm>
            <a:off x="443000" y="2528276"/>
            <a:ext cx="5292000" cy="3695341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15F9B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rgbClr val="215F9B"/>
              </a:buClr>
              <a:defRPr sz="1800">
                <a:latin typeface="+mn-ea"/>
                <a:ea typeface="+mn-ea"/>
              </a:defRPr>
            </a:lvl2pPr>
            <a:lvl3pPr>
              <a:buClr>
                <a:srgbClr val="215F9B"/>
              </a:buClr>
              <a:defRPr sz="1800">
                <a:latin typeface="+mn-ea"/>
                <a:ea typeface="+mn-ea"/>
              </a:defRPr>
            </a:lvl3pPr>
            <a:lvl4pPr>
              <a:buClr>
                <a:srgbClr val="215F9B"/>
              </a:buClr>
              <a:defRPr sz="1800">
                <a:latin typeface="+mn-ea"/>
                <a:ea typeface="+mn-ea"/>
              </a:defRPr>
            </a:lvl4pPr>
            <a:lvl5pPr>
              <a:buClr>
                <a:srgbClr val="215F9B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コンテンツ プレースホルダー 9">
            <a:extLst>
              <a:ext uri="{FF2B5EF4-FFF2-40B4-BE49-F238E27FC236}">
                <a16:creationId xmlns:a16="http://schemas.microsoft.com/office/drawing/2014/main" id="{EDB6B600-23E4-EAA2-F0E9-993452EA9ADB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6455500" y="2528278"/>
            <a:ext cx="5292000" cy="3695339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15F9B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buClr>
                <a:srgbClr val="215F9B"/>
              </a:buClr>
              <a:defRPr sz="1800">
                <a:latin typeface="+mn-ea"/>
                <a:ea typeface="+mn-ea"/>
              </a:defRPr>
            </a:lvl2pPr>
            <a:lvl3pPr>
              <a:buClr>
                <a:srgbClr val="215F9B"/>
              </a:buClr>
              <a:defRPr sz="1800">
                <a:latin typeface="+mn-ea"/>
                <a:ea typeface="+mn-ea"/>
              </a:defRPr>
            </a:lvl3pPr>
            <a:lvl4pPr>
              <a:buClr>
                <a:srgbClr val="215F9B"/>
              </a:buClr>
              <a:defRPr sz="1800">
                <a:latin typeface="+mn-ea"/>
                <a:ea typeface="+mn-ea"/>
              </a:defRPr>
            </a:lvl4pPr>
            <a:lvl5pPr>
              <a:buClr>
                <a:srgbClr val="215F9B"/>
              </a:buCl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9" name="テキスト プレースホルダー 14">
            <a:extLst>
              <a:ext uri="{FF2B5EF4-FFF2-40B4-BE49-F238E27FC236}">
                <a16:creationId xmlns:a16="http://schemas.microsoft.com/office/drawing/2014/main" id="{482073D2-BA0D-6B6D-AA23-C1A14F320791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43500" y="1141687"/>
            <a:ext cx="11304000" cy="649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kumimoji="1" lang="ja-JP" altLang="en-US" sz="1800"/>
              <a:t>リード文</a:t>
            </a:r>
            <a:endParaRPr kumimoji="1" lang="en-US" altLang="ja-JP" sz="1800"/>
          </a:p>
          <a:p>
            <a:pPr lvl="0"/>
            <a:r>
              <a:rPr kumimoji="1" lang="ja-JP" altLang="en-US" sz="1800"/>
              <a:t>リード文</a:t>
            </a:r>
            <a:endParaRPr kumimoji="1" lang="ja-JP" altLang="en-US"/>
          </a:p>
        </p:txBody>
      </p:sp>
      <p:sp>
        <p:nvSpPr>
          <p:cNvPr id="23" name="テキスト プレースホルダー 18">
            <a:extLst>
              <a:ext uri="{FF2B5EF4-FFF2-40B4-BE49-F238E27FC236}">
                <a16:creationId xmlns:a16="http://schemas.microsoft.com/office/drawing/2014/main" id="{B8CF371E-0879-BA32-AA68-39765BF49F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3500" y="6404740"/>
            <a:ext cx="5292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24" name="テキスト プレースホルダー 18">
            <a:extLst>
              <a:ext uri="{FF2B5EF4-FFF2-40B4-BE49-F238E27FC236}">
                <a16:creationId xmlns:a16="http://schemas.microsoft.com/office/drawing/2014/main" id="{6A299FE3-A87C-CBEF-64E0-5041FAA323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55500" y="6404740"/>
            <a:ext cx="5292000" cy="360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kumimoji="1" lang="ja-JP" altLang="en-US"/>
              <a:t>出典：「</a:t>
            </a:r>
            <a:r>
              <a:rPr kumimoji="1" lang="en-US" altLang="ja-JP"/>
              <a:t>XXX</a:t>
            </a:r>
            <a:r>
              <a:rPr kumimoji="1" lang="ja-JP" altLang="en-US"/>
              <a:t>」</a:t>
            </a:r>
            <a:endParaRPr kumimoji="1" lang="en-US" altLang="ja-JP"/>
          </a:p>
          <a:p>
            <a:pPr lvl="0"/>
            <a:r>
              <a:rPr kumimoji="1" lang="ja-JP" altLang="en-US"/>
              <a:t>＜</a:t>
            </a:r>
            <a:r>
              <a:rPr kumimoji="1" lang="en-US" altLang="ja-JP"/>
              <a:t>https://</a:t>
            </a:r>
            <a:r>
              <a:rPr kumimoji="1" lang="ja-JP" altLang="en-US"/>
              <a:t>＞</a:t>
            </a:r>
            <a:r>
              <a:rPr kumimoji="1" lang="en-US" altLang="ja-JP"/>
              <a:t>(</a:t>
            </a:r>
            <a:r>
              <a:rPr kumimoji="1" lang="ja-JP" altLang="en-US"/>
              <a:t>参照</a:t>
            </a:r>
            <a:r>
              <a:rPr kumimoji="1" lang="en-US" altLang="ja-JP"/>
              <a:t>2025-1X-XX)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C7B3192-6014-5533-11F0-0FA7EC969836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>
              <a:latin typeface="+mj-lt"/>
            </a:endParaRPr>
          </a:p>
        </p:txBody>
      </p:sp>
      <p:sp>
        <p:nvSpPr>
          <p:cNvPr id="8" name="タイトル 2">
            <a:extLst>
              <a:ext uri="{FF2B5EF4-FFF2-40B4-BE49-F238E27FC236}">
                <a16:creationId xmlns:a16="http://schemas.microsoft.com/office/drawing/2014/main" id="{B41BEDEB-D5BE-B707-BC22-624D196577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00" y="424926"/>
            <a:ext cx="11304000" cy="51117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/>
              <a:t>TITLE</a:t>
            </a:r>
            <a:endParaRPr kumimoji="1" lang="ja-JP" altLang="en-US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9C907D12-C88A-3F14-19C2-F0A86D0F4B78}"/>
              </a:ext>
            </a:extLst>
          </p:cNvPr>
          <p:cNvCxnSpPr>
            <a:cxnSpLocks/>
          </p:cNvCxnSpPr>
          <p:nvPr userDrawn="1"/>
        </p:nvCxnSpPr>
        <p:spPr>
          <a:xfrm>
            <a:off x="444000" y="1064724"/>
            <a:ext cx="11304000" cy="0"/>
          </a:xfrm>
          <a:prstGeom prst="line">
            <a:avLst/>
          </a:prstGeom>
          <a:ln w="19050">
            <a:solidFill>
              <a:srgbClr val="215F9B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4957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8519362-488B-013B-ACB9-B81490E788DA}"/>
              </a:ext>
            </a:extLst>
          </p:cNvPr>
          <p:cNvSpPr txBox="1"/>
          <p:nvPr userDrawn="1"/>
        </p:nvSpPr>
        <p:spPr>
          <a:xfrm>
            <a:off x="11615775" y="6474675"/>
            <a:ext cx="46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4E991AB-A56D-48D9-8B41-7B6C1A818BE7}" type="slidenum">
              <a:rPr kumimoji="1" lang="ja-JP" altLang="en-US" sz="1200" b="1" smtClean="0">
                <a:latin typeface="+mj-lt"/>
              </a:rPr>
              <a:pPr algn="ctr"/>
              <a:t>‹#›</a:t>
            </a:fld>
            <a:endParaRPr kumimoji="1" lang="ja-JP" altLang="en-US" sz="12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23144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391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55" r:id="rId3"/>
    <p:sldLayoutId id="2147483658" r:id="rId4"/>
    <p:sldLayoutId id="2147483663" r:id="rId5"/>
    <p:sldLayoutId id="2147483666" r:id="rId6"/>
    <p:sldLayoutId id="2147483657" r:id="rId7"/>
    <p:sldLayoutId id="2147483659" r:id="rId8"/>
    <p:sldLayoutId id="2147483650" r:id="rId9"/>
    <p:sldLayoutId id="2147483660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67" r:id="rId16"/>
    <p:sldLayoutId id="2147483673" r:id="rId17"/>
    <p:sldLayoutId id="2147483674" r:id="rId18"/>
    <p:sldLayoutId id="2147483675" r:id="rId19"/>
    <p:sldLayoutId id="2147483665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B7871C-A3BD-65B6-6E98-5E683496A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B37FE5-DD4E-66E9-D9DD-B63BF291BE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A7C890F-D491-7D28-1E99-23DDF4060D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B5809EF-6847-A401-1281-584B8A90ED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36622230-229D-4E69-5536-264EC86DD8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05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C0C718-B6EF-10D4-0EF7-C19CC13B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250E05-3E70-0052-AD43-A8DE3CD56D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9635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A66128-A999-2B75-5594-F5E01A458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5A9752-D8B8-FC73-245E-21AD58AC841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312B1C8-8B7B-9345-9BDA-DE531FFC36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DD69AB5-1042-5DFE-DDFC-AE9E94A1F3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0658030"/>
      </p:ext>
    </p:extLst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ユーザー定義 1">
      <a:dk1>
        <a:sysClr val="windowText" lastClr="000000"/>
      </a:dk1>
      <a:lt1>
        <a:sysClr val="window" lastClr="FFFFFF"/>
      </a:lt1>
      <a:dk2>
        <a:srgbClr val="3A3A3A"/>
      </a:dk2>
      <a:lt2>
        <a:srgbClr val="E8E8E8"/>
      </a:lt2>
      <a:accent1>
        <a:srgbClr val="243E4D"/>
      </a:accent1>
      <a:accent2>
        <a:srgbClr val="FE802C"/>
      </a:accent2>
      <a:accent3>
        <a:srgbClr val="FCC949"/>
      </a:accent3>
      <a:accent4>
        <a:srgbClr val="A1C182"/>
      </a:accent4>
      <a:accent5>
        <a:srgbClr val="589C87"/>
      </a:accent5>
      <a:accent6>
        <a:srgbClr val="31BCB7"/>
      </a:accent6>
      <a:hlink>
        <a:srgbClr val="00B0F0"/>
      </a:hlink>
      <a:folHlink>
        <a:srgbClr val="96607D"/>
      </a:folHlink>
    </a:clrScheme>
    <a:fontScheme name="ユーザー定義 3">
      <a:majorFont>
        <a:latin typeface="Segoe UI"/>
        <a:ea typeface="ＭＳ Ｐゴシック"/>
        <a:cs typeface=""/>
      </a:majorFont>
      <a:minorFont>
        <a:latin typeface="Segoe UI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anchor="ctr"/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2D0C4BB6CD52D4A918459C21BAAAAB1" ma:contentTypeVersion="9" ma:contentTypeDescription="新しいドキュメントを作成します。" ma:contentTypeScope="" ma:versionID="c0471c49f80c99041798bad76920fe12">
  <xsd:schema xmlns:xsd="http://www.w3.org/2001/XMLSchema" xmlns:xs="http://www.w3.org/2001/XMLSchema" xmlns:p="http://schemas.microsoft.com/office/2006/metadata/properties" xmlns:ns3="68d7d2aa-0eb8-4798-a66f-976ca37b4cec" xmlns:ns4="d6344f41-02f0-40bc-aa08-8d712fe28541" targetNamespace="http://schemas.microsoft.com/office/2006/metadata/properties" ma:root="true" ma:fieldsID="067da94aee2a809d8ad28bd207bd454e" ns3:_="" ns4:_="">
    <xsd:import namespace="68d7d2aa-0eb8-4798-a66f-976ca37b4cec"/>
    <xsd:import namespace="d6344f41-02f0-40bc-aa08-8d712fe2854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d7d2aa-0eb8-4798-a66f-976ca37b4c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344f41-02f0-40bc-aa08-8d712fe28541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8d7d2aa-0eb8-4798-a66f-976ca37b4ce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A96AFA-D532-4A16-B5DF-14664ACEE0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d7d2aa-0eb8-4798-a66f-976ca37b4cec"/>
    <ds:schemaRef ds:uri="d6344f41-02f0-40bc-aa08-8d712fe285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D5D688-0D82-4335-9D86-DC4ECBA24142}">
  <ds:schemaRefs>
    <ds:schemaRef ds:uri="http://schemas.microsoft.com/office/2006/documentManagement/types"/>
    <ds:schemaRef ds:uri="http://www.w3.org/XML/1998/namespace"/>
    <ds:schemaRef ds:uri="http://purl.org/dc/terms/"/>
    <ds:schemaRef ds:uri="http://schemas.openxmlformats.org/package/2006/metadata/core-properties"/>
    <ds:schemaRef ds:uri="68d7d2aa-0eb8-4798-a66f-976ca37b4cec"/>
    <ds:schemaRef ds:uri="d6344f41-02f0-40bc-aa08-8d712fe28541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74BA53C6-E8E8-4CEB-8FF5-264C991C7A4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1214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Arial</vt:lpstr>
      <vt:lpstr>Segoe UI</vt:lpstr>
      <vt:lpstr>Wingdings</vt:lpstr>
      <vt:lpstr>デザインの設定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浅尾 洋佑</dc:creator>
  <cp:lastModifiedBy>81gemini@keio.jp</cp:lastModifiedBy>
  <cp:revision>8</cp:revision>
  <cp:lastPrinted>2025-05-26T04:28:38Z</cp:lastPrinted>
  <dcterms:created xsi:type="dcterms:W3CDTF">2025-05-16T06:51:00Z</dcterms:created>
  <dcterms:modified xsi:type="dcterms:W3CDTF">2026-08-27T02:02:35Z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0x01010092D0C4BB6CD52D4A918459C21BAAAAB1</vt:lpwstr>
  </property>
</Properties>
</file>